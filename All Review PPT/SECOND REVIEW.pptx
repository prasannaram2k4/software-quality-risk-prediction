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87588" y="103695"/>
            <a:ext cx="10655223" cy="12342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8898" y="1379626"/>
            <a:ext cx="9947910" cy="5511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4245" y="2504908"/>
            <a:ext cx="11208385" cy="2354580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3947160">
              <a:lnSpc>
                <a:spcPct val="100000"/>
              </a:lnSpc>
              <a:spcBef>
                <a:spcPts val="950"/>
              </a:spcBef>
            </a:pPr>
            <a:r>
              <a:rPr dirty="0" sz="1550" spc="70">
                <a:solidFill>
                  <a:srgbClr val="151513"/>
                </a:solidFill>
                <a:latin typeface="Tahoma"/>
                <a:cs typeface="Tahoma"/>
              </a:rPr>
              <a:t>(An</a:t>
            </a:r>
            <a:r>
              <a:rPr dirty="0" sz="1550" spc="55">
                <a:solidFill>
                  <a:srgbClr val="151513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151513"/>
                </a:solidFill>
                <a:latin typeface="Tahoma"/>
                <a:cs typeface="Tahoma"/>
              </a:rPr>
              <a:t>Autonomous</a:t>
            </a:r>
            <a:r>
              <a:rPr dirty="0" sz="1550" spc="70">
                <a:solidFill>
                  <a:srgbClr val="151513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151513"/>
                </a:solidFill>
                <a:latin typeface="Tahoma"/>
                <a:cs typeface="Tahoma"/>
              </a:rPr>
              <a:t>Institution)</a:t>
            </a:r>
            <a:r>
              <a:rPr dirty="0" sz="1550" spc="60">
                <a:solidFill>
                  <a:srgbClr val="151513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151513"/>
                </a:solidFill>
                <a:latin typeface="Tahoma"/>
                <a:cs typeface="Tahoma"/>
              </a:rPr>
              <a:t>Coimbatore-</a:t>
            </a:r>
            <a:r>
              <a:rPr dirty="0" sz="1550" spc="55">
                <a:solidFill>
                  <a:srgbClr val="151513"/>
                </a:solidFill>
                <a:latin typeface="Tahoma"/>
                <a:cs typeface="Tahoma"/>
              </a:rPr>
              <a:t>642109</a:t>
            </a:r>
            <a:endParaRPr sz="1550">
              <a:latin typeface="Tahoma"/>
              <a:cs typeface="Tahoma"/>
            </a:endParaRPr>
          </a:p>
          <a:p>
            <a:pPr marL="4757420" marR="1437005" indent="-2470150">
              <a:lnSpc>
                <a:spcPts val="3670"/>
              </a:lnSpc>
              <a:spcBef>
                <a:spcPts val="170"/>
              </a:spcBef>
            </a:pPr>
            <a:r>
              <a:rPr dirty="0" sz="2000" spc="-10" b="1">
                <a:solidFill>
                  <a:srgbClr val="151513"/>
                </a:solidFill>
                <a:latin typeface="Times New Roman"/>
                <a:cs typeface="Times New Roman"/>
              </a:rPr>
              <a:t>DEPARTMENT</a:t>
            </a:r>
            <a:r>
              <a:rPr dirty="0" sz="2000" spc="-80" b="1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51513"/>
                </a:solidFill>
                <a:latin typeface="Times New Roman"/>
                <a:cs typeface="Times New Roman"/>
              </a:rPr>
              <a:t>OF</a:t>
            </a:r>
            <a:r>
              <a:rPr dirty="0" sz="2000" spc="-75" b="1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51513"/>
                </a:solidFill>
                <a:latin typeface="Times New Roman"/>
                <a:cs typeface="Times New Roman"/>
              </a:rPr>
              <a:t>COMPUTER</a:t>
            </a:r>
            <a:r>
              <a:rPr dirty="0" sz="2000" spc="-80" b="1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51513"/>
                </a:solidFill>
                <a:latin typeface="Times New Roman"/>
                <a:cs typeface="Times New Roman"/>
              </a:rPr>
              <a:t>SCIENCE</a:t>
            </a:r>
            <a:r>
              <a:rPr dirty="0" sz="2000" spc="-75" b="1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51513"/>
                </a:solidFill>
                <a:latin typeface="Times New Roman"/>
                <a:cs typeface="Times New Roman"/>
              </a:rPr>
              <a:t>AND</a:t>
            </a:r>
            <a:r>
              <a:rPr dirty="0" sz="2000" spc="-80" b="1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151513"/>
                </a:solidFill>
                <a:latin typeface="Times New Roman"/>
                <a:cs typeface="Times New Roman"/>
              </a:rPr>
              <a:t>ENGINEERING </a:t>
            </a:r>
            <a:r>
              <a:rPr dirty="0" sz="2000" b="1">
                <a:latin typeface="Times New Roman"/>
                <a:cs typeface="Times New Roman"/>
              </a:rPr>
              <a:t>POJECT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REVIEW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-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II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ts val="3504"/>
              </a:lnSpc>
            </a:pPr>
            <a:r>
              <a:rPr dirty="0" sz="3100" b="1">
                <a:latin typeface="Times New Roman"/>
                <a:cs typeface="Times New Roman"/>
              </a:rPr>
              <a:t>SOFTWARE</a:t>
            </a:r>
            <a:r>
              <a:rPr dirty="0" sz="3100" spc="-100" b="1">
                <a:latin typeface="Times New Roman"/>
                <a:cs typeface="Times New Roman"/>
              </a:rPr>
              <a:t> </a:t>
            </a:r>
            <a:r>
              <a:rPr dirty="0" sz="3100" b="1">
                <a:latin typeface="Times New Roman"/>
                <a:cs typeface="Times New Roman"/>
              </a:rPr>
              <a:t>QUALITY</a:t>
            </a:r>
            <a:r>
              <a:rPr dirty="0" sz="3100" spc="-95" b="1">
                <a:latin typeface="Times New Roman"/>
                <a:cs typeface="Times New Roman"/>
              </a:rPr>
              <a:t> </a:t>
            </a:r>
            <a:r>
              <a:rPr dirty="0" sz="3100" b="1">
                <a:latin typeface="Times New Roman"/>
                <a:cs typeface="Times New Roman"/>
              </a:rPr>
              <a:t>ANALYTICS</a:t>
            </a:r>
            <a:r>
              <a:rPr dirty="0" sz="3100" spc="-100" b="1">
                <a:latin typeface="Times New Roman"/>
                <a:cs typeface="Times New Roman"/>
              </a:rPr>
              <a:t> </a:t>
            </a:r>
            <a:r>
              <a:rPr dirty="0" sz="3100" b="1">
                <a:latin typeface="Times New Roman"/>
                <a:cs typeface="Times New Roman"/>
              </a:rPr>
              <a:t>AND</a:t>
            </a:r>
            <a:r>
              <a:rPr dirty="0" sz="3100" spc="-100" b="1">
                <a:latin typeface="Times New Roman"/>
                <a:cs typeface="Times New Roman"/>
              </a:rPr>
              <a:t> </a:t>
            </a:r>
            <a:r>
              <a:rPr dirty="0" sz="3100" spc="-20" b="1">
                <a:latin typeface="Times New Roman"/>
                <a:cs typeface="Times New Roman"/>
              </a:rPr>
              <a:t>RISK</a:t>
            </a:r>
            <a:endParaRPr sz="3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dirty="0" sz="3100" b="1">
                <a:latin typeface="Times New Roman"/>
                <a:cs typeface="Times New Roman"/>
              </a:rPr>
              <a:t>ASSESSMENT</a:t>
            </a:r>
            <a:r>
              <a:rPr dirty="0" sz="3100" spc="-90" b="1">
                <a:latin typeface="Times New Roman"/>
                <a:cs typeface="Times New Roman"/>
              </a:rPr>
              <a:t> </a:t>
            </a:r>
            <a:r>
              <a:rPr dirty="0" sz="3100" b="1">
                <a:latin typeface="Times New Roman"/>
                <a:cs typeface="Times New Roman"/>
              </a:rPr>
              <a:t>USING</a:t>
            </a:r>
            <a:r>
              <a:rPr dirty="0" sz="3100" spc="-90" b="1">
                <a:latin typeface="Times New Roman"/>
                <a:cs typeface="Times New Roman"/>
              </a:rPr>
              <a:t> </a:t>
            </a:r>
            <a:r>
              <a:rPr dirty="0" sz="3100" spc="-25" b="1">
                <a:latin typeface="Times New Roman"/>
                <a:cs typeface="Times New Roman"/>
              </a:rPr>
              <a:t>CLOUD-</a:t>
            </a:r>
            <a:r>
              <a:rPr dirty="0" sz="3100" b="1">
                <a:latin typeface="Times New Roman"/>
                <a:cs typeface="Times New Roman"/>
              </a:rPr>
              <a:t>BASED</a:t>
            </a:r>
            <a:r>
              <a:rPr dirty="0" sz="3100" spc="-95" b="1">
                <a:latin typeface="Times New Roman"/>
                <a:cs typeface="Times New Roman"/>
              </a:rPr>
              <a:t> </a:t>
            </a:r>
            <a:r>
              <a:rPr dirty="0" sz="3100" b="1">
                <a:latin typeface="Times New Roman"/>
                <a:cs typeface="Times New Roman"/>
              </a:rPr>
              <a:t>MACHINE</a:t>
            </a:r>
            <a:r>
              <a:rPr dirty="0" sz="3100" spc="-85" b="1">
                <a:latin typeface="Times New Roman"/>
                <a:cs typeface="Times New Roman"/>
              </a:rPr>
              <a:t> </a:t>
            </a:r>
            <a:r>
              <a:rPr dirty="0" sz="3100" spc="-10" b="1">
                <a:latin typeface="Times New Roman"/>
                <a:cs typeface="Times New Roman"/>
              </a:rPr>
              <a:t>LEARNING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8700" y="5142066"/>
            <a:ext cx="1430655" cy="991235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 sz="2400" b="1">
                <a:solidFill>
                  <a:srgbClr val="151513"/>
                </a:solidFill>
                <a:latin typeface="Times New Roman"/>
                <a:cs typeface="Times New Roman"/>
              </a:rPr>
              <a:t>Guided</a:t>
            </a:r>
            <a:r>
              <a:rPr dirty="0" sz="2400" spc="-60" b="1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151513"/>
                </a:solidFill>
                <a:latin typeface="Times New Roman"/>
                <a:cs typeface="Times New Roman"/>
              </a:rPr>
              <a:t>by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000">
                <a:latin typeface="Times New Roman"/>
                <a:cs typeface="Times New Roman"/>
              </a:rPr>
              <a:t>Dr.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Jamuna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700" y="6326187"/>
            <a:ext cx="5169535" cy="85534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solidFill>
                  <a:srgbClr val="151513"/>
                </a:solidFill>
                <a:latin typeface="Times New Roman"/>
                <a:cs typeface="Times New Roman"/>
              </a:rPr>
              <a:t>Professor,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dirty="0" sz="2000">
                <a:solidFill>
                  <a:srgbClr val="151513"/>
                </a:solidFill>
                <a:latin typeface="Times New Roman"/>
                <a:cs typeface="Times New Roman"/>
              </a:rPr>
              <a:t>Department</a:t>
            </a:r>
            <a:r>
              <a:rPr dirty="0" sz="20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51513"/>
                </a:solidFill>
                <a:latin typeface="Times New Roman"/>
                <a:cs typeface="Times New Roman"/>
              </a:rPr>
              <a:t>of</a:t>
            </a:r>
            <a:r>
              <a:rPr dirty="0" sz="20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51513"/>
                </a:solidFill>
                <a:latin typeface="Times New Roman"/>
                <a:cs typeface="Times New Roman"/>
              </a:rPr>
              <a:t>Computer</a:t>
            </a:r>
            <a:r>
              <a:rPr dirty="0" sz="20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51513"/>
                </a:solidFill>
                <a:latin typeface="Times New Roman"/>
                <a:cs typeface="Times New Roman"/>
              </a:rPr>
              <a:t>Science</a:t>
            </a:r>
            <a:r>
              <a:rPr dirty="0" sz="20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51513"/>
                </a:solidFill>
                <a:latin typeface="Times New Roman"/>
                <a:cs typeface="Times New Roman"/>
              </a:rPr>
              <a:t>and</a:t>
            </a:r>
            <a:r>
              <a:rPr dirty="0" sz="20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51513"/>
                </a:solidFill>
                <a:latin typeface="Times New Roman"/>
                <a:cs typeface="Times New Roman"/>
              </a:rPr>
              <a:t>Engineering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14192" y="5117489"/>
            <a:ext cx="4328160" cy="75565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400" b="1">
                <a:solidFill>
                  <a:srgbClr val="151513"/>
                </a:solidFill>
                <a:latin typeface="Times New Roman"/>
                <a:cs typeface="Times New Roman"/>
              </a:rPr>
              <a:t>Presented</a:t>
            </a:r>
            <a:r>
              <a:rPr dirty="0" sz="2400" spc="-70" b="1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151513"/>
                </a:solidFill>
                <a:latin typeface="Times New Roman"/>
                <a:cs typeface="Times New Roman"/>
              </a:rPr>
              <a:t>By</a:t>
            </a:r>
            <a:endParaRPr sz="2400">
              <a:latin typeface="Times New Roman"/>
              <a:cs typeface="Times New Roman"/>
            </a:endParaRPr>
          </a:p>
          <a:p>
            <a:pPr marL="956310">
              <a:lnSpc>
                <a:spcPct val="100000"/>
              </a:lnSpc>
              <a:spcBef>
                <a:spcPts val="260"/>
              </a:spcBef>
            </a:pPr>
            <a:r>
              <a:rPr dirty="0" sz="1900">
                <a:solidFill>
                  <a:srgbClr val="151513"/>
                </a:solidFill>
                <a:latin typeface="Times New Roman"/>
                <a:cs typeface="Times New Roman"/>
              </a:rPr>
              <a:t>Prasannaram</a:t>
            </a:r>
            <a:r>
              <a:rPr dirty="0" sz="19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151513"/>
                </a:solidFill>
                <a:latin typeface="Times New Roman"/>
                <a:cs typeface="Times New Roman"/>
              </a:rPr>
              <a:t>R</a:t>
            </a:r>
            <a:r>
              <a:rPr dirty="0" sz="19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151513"/>
                </a:solidFill>
                <a:latin typeface="Times New Roman"/>
                <a:cs typeface="Times New Roman"/>
              </a:rPr>
              <a:t>R</a:t>
            </a:r>
            <a:r>
              <a:rPr dirty="0" sz="19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151513"/>
                </a:solidFill>
                <a:latin typeface="Times New Roman"/>
                <a:cs typeface="Times New Roman"/>
              </a:rPr>
              <a:t>([redacted])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2994" y="1139653"/>
            <a:ext cx="1652092" cy="17053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0017" rIns="0" bIns="0" rtlCol="0" vert="horz">
            <a:spAutoFit/>
          </a:bodyPr>
          <a:lstStyle/>
          <a:p>
            <a:pPr marL="3735704">
              <a:lnSpc>
                <a:spcPct val="100000"/>
              </a:lnSpc>
              <a:spcBef>
                <a:spcPts val="100"/>
              </a:spcBef>
            </a:pPr>
            <a:r>
              <a:rPr dirty="0" sz="4800" spc="-10" b="0">
                <a:latin typeface="Times New Roman"/>
                <a:cs typeface="Times New Roman"/>
              </a:rPr>
              <a:t>ABSTRACT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6994" y="1826895"/>
            <a:ext cx="11727815" cy="4560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Software</a:t>
            </a:r>
            <a:r>
              <a:rPr dirty="0" sz="2400" spc="-4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defects</a:t>
            </a:r>
            <a:r>
              <a:rPr dirty="0" sz="2400" spc="-3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reduce</a:t>
            </a:r>
            <a:r>
              <a:rPr dirty="0" sz="2400" spc="-3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reliability</a:t>
            </a:r>
            <a:r>
              <a:rPr dirty="0" sz="2400" spc="-3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and</a:t>
            </a:r>
            <a:r>
              <a:rPr dirty="0" sz="2400" spc="-3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increase</a:t>
            </a:r>
            <a:r>
              <a:rPr dirty="0" sz="2400" spc="-4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maintenance</a:t>
            </a:r>
            <a:r>
              <a:rPr dirty="0" sz="2400" spc="-3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costs,</a:t>
            </a:r>
            <a:r>
              <a:rPr dirty="0" sz="2400" spc="-3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while</a:t>
            </a:r>
            <a:r>
              <a:rPr dirty="0" sz="2400" spc="-3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51513"/>
                </a:solidFill>
                <a:latin typeface="Times New Roman"/>
                <a:cs typeface="Times New Roman"/>
              </a:rPr>
              <a:t>traditional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testing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methods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often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identify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issues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only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in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the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later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stages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of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51513"/>
                </a:solidFill>
                <a:latin typeface="Times New Roman"/>
                <a:cs typeface="Times New Roman"/>
              </a:rPr>
              <a:t>development.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This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leads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to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delays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in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fixing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errors,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increased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project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expenses,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and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reduced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overall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51513"/>
                </a:solidFill>
                <a:latin typeface="Times New Roman"/>
                <a:cs typeface="Times New Roman"/>
              </a:rPr>
              <a:t>efficiency.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3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461645">
              <a:lnSpc>
                <a:spcPct val="162800"/>
              </a:lnSpc>
            </a:pP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As</a:t>
            </a:r>
            <a:r>
              <a:rPr dirty="0" sz="2400" spc="-3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software</a:t>
            </a:r>
            <a:r>
              <a:rPr dirty="0" sz="2400" spc="-3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systems</a:t>
            </a:r>
            <a:r>
              <a:rPr dirty="0" sz="2400" spc="-3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become</a:t>
            </a:r>
            <a:r>
              <a:rPr dirty="0" sz="2400" spc="-3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more</a:t>
            </a:r>
            <a:r>
              <a:rPr dirty="0" sz="2400" spc="-3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complex,</a:t>
            </a:r>
            <a:r>
              <a:rPr dirty="0" sz="2400" spc="-3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manually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detecting</a:t>
            </a:r>
            <a:r>
              <a:rPr dirty="0" sz="2400" spc="-3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defects</a:t>
            </a:r>
            <a:r>
              <a:rPr dirty="0" sz="2400" spc="-3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becomes</a:t>
            </a:r>
            <a:r>
              <a:rPr dirty="0" sz="2400" spc="-3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51513"/>
                </a:solidFill>
                <a:latin typeface="Times New Roman"/>
                <a:cs typeface="Times New Roman"/>
              </a:rPr>
              <a:t>difficult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and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51513"/>
                </a:solidFill>
                <a:latin typeface="Times New Roman"/>
                <a:cs typeface="Times New Roman"/>
              </a:rPr>
              <a:t>time-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consuming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for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developers</a:t>
            </a:r>
            <a:r>
              <a:rPr dirty="0" sz="2400" spc="-1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and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testers.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To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overcome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these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challenges,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the</a:t>
            </a:r>
            <a:r>
              <a:rPr dirty="0" sz="2400" spc="-2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51513"/>
                </a:solidFill>
                <a:latin typeface="Times New Roman"/>
                <a:cs typeface="Times New Roman"/>
              </a:rPr>
              <a:t>proposed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62800"/>
              </a:lnSpc>
            </a:pP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system</a:t>
            </a:r>
            <a:r>
              <a:rPr dirty="0" sz="2400" spc="-3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uses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51513"/>
                </a:solidFill>
                <a:latin typeface="Times New Roman"/>
                <a:cs typeface="Times New Roman"/>
              </a:rPr>
              <a:t>cloud-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based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machine</a:t>
            </a:r>
            <a:r>
              <a:rPr dirty="0" sz="2400" spc="-3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learning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techniques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to</a:t>
            </a:r>
            <a:r>
              <a:rPr dirty="0" sz="2400" spc="-3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analyze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historical</a:t>
            </a:r>
            <a:r>
              <a:rPr dirty="0" sz="2400" spc="-3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software</a:t>
            </a:r>
            <a:r>
              <a:rPr dirty="0" sz="2400" spc="-3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metrics</a:t>
            </a:r>
            <a:r>
              <a:rPr dirty="0" sz="2400" spc="-25">
                <a:solidFill>
                  <a:srgbClr val="151513"/>
                </a:solidFill>
                <a:latin typeface="Times New Roman"/>
                <a:cs typeface="Times New Roman"/>
              </a:rPr>
              <a:t> and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predict</a:t>
            </a:r>
            <a:r>
              <a:rPr dirty="0" sz="2400" spc="-1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51513"/>
                </a:solidFill>
                <a:latin typeface="Times New Roman"/>
                <a:cs typeface="Times New Roman"/>
              </a:rPr>
              <a:t>defect-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prone</a:t>
            </a:r>
            <a:r>
              <a:rPr dirty="0" sz="2400" spc="-1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modules</a:t>
            </a:r>
            <a:r>
              <a:rPr dirty="0" sz="2400" spc="-1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at</a:t>
            </a:r>
            <a:r>
              <a:rPr dirty="0" sz="2400" spc="-1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an</a:t>
            </a:r>
            <a:r>
              <a:rPr dirty="0" sz="2400" spc="-1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51513"/>
                </a:solidFill>
                <a:latin typeface="Times New Roman"/>
                <a:cs typeface="Times New Roman"/>
              </a:rPr>
              <a:t>early</a:t>
            </a:r>
            <a:r>
              <a:rPr dirty="0" sz="2400" spc="-5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51513"/>
                </a:solidFill>
                <a:latin typeface="Times New Roman"/>
                <a:cs typeface="Times New Roman"/>
              </a:rPr>
              <a:t>stage.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979169">
              <a:lnSpc>
                <a:spcPct val="100000"/>
              </a:lnSpc>
              <a:spcBef>
                <a:spcPts val="105"/>
              </a:spcBef>
            </a:pPr>
            <a:r>
              <a:rPr dirty="0"/>
              <a:t>50%</a:t>
            </a:r>
            <a:r>
              <a:rPr dirty="0" spc="-40"/>
              <a:t> </a:t>
            </a:r>
            <a:r>
              <a:rPr dirty="0"/>
              <a:t>Work</a:t>
            </a:r>
            <a:r>
              <a:rPr dirty="0" spc="-45"/>
              <a:t> </a:t>
            </a:r>
            <a:r>
              <a:rPr dirty="0"/>
              <a:t>Progress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10"/>
              <a:t>Project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5876" y="1143000"/>
            <a:ext cx="11285220" cy="62590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3263" rIns="0" bIns="0" rtlCol="0" vert="horz">
            <a:spAutoFit/>
          </a:bodyPr>
          <a:lstStyle/>
          <a:p>
            <a:pPr marL="1492885">
              <a:lnSpc>
                <a:spcPct val="100000"/>
              </a:lnSpc>
              <a:spcBef>
                <a:spcPts val="105"/>
              </a:spcBef>
            </a:pPr>
            <a:r>
              <a:rPr dirty="0"/>
              <a:t>Remaining</a:t>
            </a:r>
            <a:r>
              <a:rPr dirty="0" spc="-65"/>
              <a:t> </a:t>
            </a:r>
            <a:r>
              <a:rPr dirty="0"/>
              <a:t>Work</a:t>
            </a:r>
            <a:r>
              <a:rPr dirty="0" spc="-75"/>
              <a:t> </a:t>
            </a:r>
            <a:r>
              <a:rPr dirty="0"/>
              <a:t>(Next</a:t>
            </a:r>
            <a:r>
              <a:rPr dirty="0" spc="-60"/>
              <a:t> </a:t>
            </a:r>
            <a:r>
              <a:rPr dirty="0" spc="-20"/>
              <a:t>50%)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558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Integration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advanced</a:t>
            </a:r>
            <a:r>
              <a:rPr dirty="0" spc="-2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/>
              <a:t>enhancements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optimization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Final</a:t>
            </a:r>
            <a:r>
              <a:rPr dirty="0" spc="-30"/>
              <a:t> </a:t>
            </a:r>
            <a:r>
              <a:rPr dirty="0"/>
              <a:t>testing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performance</a:t>
            </a:r>
            <a:r>
              <a:rPr dirty="0" spc="-25"/>
              <a:t> </a:t>
            </a:r>
            <a:r>
              <a:rPr dirty="0"/>
              <a:t>evaluation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complete</a:t>
            </a:r>
            <a:r>
              <a:rPr dirty="0" spc="-25"/>
              <a:t> </a:t>
            </a:r>
            <a:r>
              <a:rPr dirty="0" spc="-10"/>
              <a:t>system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Implementation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confusion</a:t>
            </a:r>
            <a:r>
              <a:rPr dirty="0" spc="-25"/>
              <a:t> </a:t>
            </a:r>
            <a:r>
              <a:rPr dirty="0"/>
              <a:t>matrix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feature</a:t>
            </a:r>
            <a:r>
              <a:rPr dirty="0" spc="-30"/>
              <a:t> </a:t>
            </a:r>
            <a:r>
              <a:rPr dirty="0"/>
              <a:t>importance</a:t>
            </a:r>
            <a:r>
              <a:rPr dirty="0" spc="-35"/>
              <a:t> </a:t>
            </a:r>
            <a:r>
              <a:rPr dirty="0" spc="-10"/>
              <a:t>analysis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Deployment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scalability</a:t>
            </a:r>
            <a:r>
              <a:rPr dirty="0" spc="-35"/>
              <a:t> </a:t>
            </a:r>
            <a:r>
              <a:rPr dirty="0"/>
              <a:t>improvements</a:t>
            </a:r>
            <a:r>
              <a:rPr dirty="0" spc="-30"/>
              <a:t> </a:t>
            </a:r>
            <a:r>
              <a:rPr dirty="0"/>
              <a:t>using</a:t>
            </a:r>
            <a:r>
              <a:rPr dirty="0" spc="-30"/>
              <a:t> </a:t>
            </a:r>
            <a:r>
              <a:rPr dirty="0"/>
              <a:t>cloud/web</a:t>
            </a:r>
            <a:r>
              <a:rPr dirty="0" spc="-35"/>
              <a:t> </a:t>
            </a:r>
            <a:r>
              <a:rPr dirty="0" spc="-10"/>
              <a:t>technologies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Enhancement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user</a:t>
            </a:r>
            <a:r>
              <a:rPr dirty="0" spc="-20"/>
              <a:t> </a:t>
            </a:r>
            <a:r>
              <a:rPr dirty="0"/>
              <a:t>interface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graphical</a:t>
            </a:r>
            <a:r>
              <a:rPr dirty="0" spc="-25"/>
              <a:t> </a:t>
            </a:r>
            <a:r>
              <a:rPr dirty="0"/>
              <a:t>dashboard</a:t>
            </a:r>
            <a:r>
              <a:rPr dirty="0" spc="-25"/>
              <a:t> </a:t>
            </a:r>
            <a:r>
              <a:rPr dirty="0" spc="-10"/>
              <a:t>visualization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Addition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error</a:t>
            </a:r>
            <a:r>
              <a:rPr dirty="0" spc="-25"/>
              <a:t> </a:t>
            </a:r>
            <a:r>
              <a:rPr dirty="0"/>
              <a:t>handling,</a:t>
            </a:r>
            <a:r>
              <a:rPr dirty="0" spc="-20"/>
              <a:t> </a:t>
            </a:r>
            <a:r>
              <a:rPr dirty="0"/>
              <a:t>validation,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security</a:t>
            </a:r>
            <a:r>
              <a:rPr dirty="0" spc="-25"/>
              <a:t> </a:t>
            </a:r>
            <a:r>
              <a:rPr dirty="0" spc="-10"/>
              <a:t>features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Preparation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final</a:t>
            </a:r>
            <a:r>
              <a:rPr dirty="0" spc="-30"/>
              <a:t> </a:t>
            </a:r>
            <a:r>
              <a:rPr dirty="0"/>
              <a:t>documentation,</a:t>
            </a:r>
            <a:r>
              <a:rPr dirty="0" spc="-25"/>
              <a:t> </a:t>
            </a:r>
            <a:r>
              <a:rPr dirty="0"/>
              <a:t>report</a:t>
            </a:r>
            <a:r>
              <a:rPr dirty="0" spc="-35"/>
              <a:t> </a:t>
            </a:r>
            <a:r>
              <a:rPr dirty="0"/>
              <a:t>formatting,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references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Development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future</a:t>
            </a:r>
            <a:r>
              <a:rPr dirty="0" spc="-30"/>
              <a:t> </a:t>
            </a:r>
            <a:r>
              <a:rPr dirty="0"/>
              <a:t>enhancement</a:t>
            </a:r>
            <a:r>
              <a:rPr dirty="0" spc="-30"/>
              <a:t> </a:t>
            </a:r>
            <a:r>
              <a:rPr dirty="0"/>
              <a:t>modules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analytics</a:t>
            </a:r>
            <a:r>
              <a:rPr dirty="0" spc="-25"/>
              <a:t> </a:t>
            </a:r>
            <a:r>
              <a:rPr dirty="0" spc="-10"/>
              <a:t>features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Final</a:t>
            </a:r>
            <a:r>
              <a:rPr dirty="0" spc="-35"/>
              <a:t> </a:t>
            </a:r>
            <a:r>
              <a:rPr dirty="0"/>
              <a:t>review,</a:t>
            </a:r>
            <a:r>
              <a:rPr dirty="0" spc="-25"/>
              <a:t> </a:t>
            </a:r>
            <a:r>
              <a:rPr dirty="0"/>
              <a:t>debugging,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system</a:t>
            </a:r>
            <a:r>
              <a:rPr dirty="0" spc="-30"/>
              <a:t> </a:t>
            </a:r>
            <a:r>
              <a:rPr dirty="0"/>
              <a:t>performance</a:t>
            </a:r>
            <a:r>
              <a:rPr dirty="0" spc="-30"/>
              <a:t> </a:t>
            </a:r>
            <a:r>
              <a:rPr dirty="0" spc="-10"/>
              <a:t>tuning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Completion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PPT</a:t>
            </a:r>
            <a:r>
              <a:rPr dirty="0" spc="-30"/>
              <a:t> </a:t>
            </a:r>
            <a:r>
              <a:rPr dirty="0"/>
              <a:t>presentation,</a:t>
            </a:r>
            <a:r>
              <a:rPr dirty="0" spc="-30"/>
              <a:t> </a:t>
            </a:r>
            <a:r>
              <a:rPr dirty="0"/>
              <a:t>result</a:t>
            </a:r>
            <a:r>
              <a:rPr dirty="0" spc="-30"/>
              <a:t> </a:t>
            </a:r>
            <a:r>
              <a:rPr dirty="0"/>
              <a:t>screenshots,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project</a:t>
            </a:r>
            <a:r>
              <a:rPr dirty="0" spc="-30"/>
              <a:t> </a:t>
            </a:r>
            <a:r>
              <a:rPr dirty="0" spc="-10"/>
              <a:t>demonstration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38028" y="205308"/>
            <a:ext cx="560133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LOGIC</a:t>
            </a:r>
            <a:r>
              <a:rPr dirty="0" sz="4000" spc="-105"/>
              <a:t> </a:t>
            </a:r>
            <a:r>
              <a:rPr dirty="0" sz="4000" spc="-10"/>
              <a:t>EXPLANATION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797062" y="1168641"/>
            <a:ext cx="9083675" cy="551180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Collect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software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metrics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such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CBO,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WMC,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RFC,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LCOM,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LOC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Preprocess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clean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dataset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removing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invalid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values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Select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important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features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required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prediction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analysis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Assign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risk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labels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Low,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Medium,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High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conditions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Train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Random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Forest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historical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software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Accept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new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input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through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web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interface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Predict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software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risk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level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trained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model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Display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prediction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result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along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graphical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visualization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Analyze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prediction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probabilities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better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decision-making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Generate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final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output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software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quality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assessment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5942" rIns="0" bIns="0" rtlCol="0" vert="horz">
            <a:spAutoFit/>
          </a:bodyPr>
          <a:lstStyle/>
          <a:p>
            <a:pPr marL="304673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017" y="1990725"/>
            <a:ext cx="12055284" cy="26585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77975" y="2014550"/>
            <a:ext cx="257302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6425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Times New Roman"/>
                <a:cs typeface="Times New Roman"/>
              </a:rPr>
              <a:t>1.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Data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Collection</a:t>
            </a:r>
            <a:endParaRPr sz="1400">
              <a:latin typeface="Times New Roman"/>
              <a:cs typeface="Times New Roman"/>
            </a:endParaRPr>
          </a:p>
          <a:p>
            <a:pPr marL="12700" marR="5080" indent="1524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Collect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software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metrics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defect </a:t>
            </a:r>
            <a:r>
              <a:rPr dirty="0" sz="1400">
                <a:latin typeface="Times New Roman"/>
                <a:cs typeface="Times New Roman"/>
              </a:rPr>
              <a:t>datasets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repositories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Source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59632" y="3938981"/>
            <a:ext cx="27273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Times New Roman"/>
                <a:cs typeface="Times New Roman"/>
              </a:rPr>
              <a:t>4.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Random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Forest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Model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Training</a:t>
            </a:r>
            <a:endParaRPr sz="1400">
              <a:latin typeface="Times New Roman"/>
              <a:cs typeface="Times New Roman"/>
            </a:endParaRPr>
          </a:p>
          <a:p>
            <a:pPr marL="379095" marR="5080" indent="-366395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Train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Random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Forest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using </a:t>
            </a:r>
            <a:r>
              <a:rPr dirty="0" sz="1400">
                <a:latin typeface="Times New Roman"/>
                <a:cs typeface="Times New Roman"/>
              </a:rPr>
              <a:t>processed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software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metrics.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3947" y="2015172"/>
            <a:ext cx="26289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Times New Roman"/>
                <a:cs typeface="Times New Roman"/>
              </a:rPr>
              <a:t>2.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Data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Preprocessing</a:t>
            </a:r>
            <a:endParaRPr sz="1400">
              <a:latin typeface="Times New Roman"/>
              <a:cs typeface="Times New Roman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Clean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normalize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dataset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by </a:t>
            </a:r>
            <a:r>
              <a:rPr dirty="0" sz="1400">
                <a:latin typeface="Times New Roman"/>
                <a:cs typeface="Times New Roman"/>
              </a:rPr>
              <a:t>handling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missing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invalid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values.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81272" y="2015172"/>
            <a:ext cx="264795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43942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Times New Roman"/>
                <a:cs typeface="Times New Roman"/>
              </a:rPr>
              <a:t>3.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Feature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Engineering</a:t>
            </a:r>
            <a:r>
              <a:rPr dirty="0" sz="1400" spc="50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Select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important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features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apply </a:t>
            </a:r>
            <a:r>
              <a:rPr dirty="0" sz="1400" spc="-10">
                <a:latin typeface="Times New Roman"/>
                <a:cs typeface="Times New Roman"/>
              </a:rPr>
              <a:t>dimensionality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reduction </a:t>
            </a:r>
            <a:r>
              <a:rPr dirty="0" sz="1400" spc="-10">
                <a:latin typeface="Times New Roman"/>
                <a:cs typeface="Times New Roman"/>
              </a:rPr>
              <a:t>techniques.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60342" y="3915168"/>
            <a:ext cx="3061970" cy="734060"/>
          </a:xfrm>
          <a:custGeom>
            <a:avLst/>
            <a:gdLst/>
            <a:ahLst/>
            <a:cxnLst/>
            <a:rect l="l" t="t" r="r" b="b"/>
            <a:pathLst>
              <a:path w="3061970" h="734060">
                <a:moveTo>
                  <a:pt x="2969564" y="5079"/>
                </a:moveTo>
                <a:lnTo>
                  <a:pt x="92100" y="5079"/>
                </a:lnTo>
                <a:lnTo>
                  <a:pt x="97701" y="3810"/>
                </a:lnTo>
                <a:lnTo>
                  <a:pt x="110477" y="1270"/>
                </a:lnTo>
                <a:lnTo>
                  <a:pt x="111099" y="1270"/>
                </a:lnTo>
                <a:lnTo>
                  <a:pt x="117017" y="0"/>
                </a:lnTo>
                <a:lnTo>
                  <a:pt x="2944647" y="0"/>
                </a:lnTo>
                <a:lnTo>
                  <a:pt x="2950552" y="1270"/>
                </a:lnTo>
                <a:lnTo>
                  <a:pt x="2957004" y="2539"/>
                </a:lnTo>
                <a:lnTo>
                  <a:pt x="2957626" y="2539"/>
                </a:lnTo>
                <a:lnTo>
                  <a:pt x="2963964" y="3810"/>
                </a:lnTo>
                <a:lnTo>
                  <a:pt x="2969564" y="5079"/>
                </a:lnTo>
                <a:close/>
              </a:path>
              <a:path w="3061970" h="734060">
                <a:moveTo>
                  <a:pt x="2981617" y="10160"/>
                </a:moveTo>
                <a:lnTo>
                  <a:pt x="80048" y="10160"/>
                </a:lnTo>
                <a:lnTo>
                  <a:pt x="86004" y="7620"/>
                </a:lnTo>
                <a:lnTo>
                  <a:pt x="91490" y="5079"/>
                </a:lnTo>
                <a:lnTo>
                  <a:pt x="2970174" y="5079"/>
                </a:lnTo>
                <a:lnTo>
                  <a:pt x="2975660" y="7620"/>
                </a:lnTo>
                <a:lnTo>
                  <a:pt x="2981617" y="10160"/>
                </a:lnTo>
                <a:close/>
              </a:path>
              <a:path w="3061970" h="734060">
                <a:moveTo>
                  <a:pt x="3003880" y="21589"/>
                </a:moveTo>
                <a:lnTo>
                  <a:pt x="57785" y="21589"/>
                </a:lnTo>
                <a:lnTo>
                  <a:pt x="62572" y="19050"/>
                </a:lnTo>
                <a:lnTo>
                  <a:pt x="68046" y="15239"/>
                </a:lnTo>
                <a:lnTo>
                  <a:pt x="73685" y="12700"/>
                </a:lnTo>
                <a:lnTo>
                  <a:pt x="79476" y="10160"/>
                </a:lnTo>
                <a:lnTo>
                  <a:pt x="2982188" y="10160"/>
                </a:lnTo>
                <a:lnTo>
                  <a:pt x="2987979" y="12700"/>
                </a:lnTo>
                <a:lnTo>
                  <a:pt x="2993618" y="15239"/>
                </a:lnTo>
                <a:lnTo>
                  <a:pt x="2998558" y="17779"/>
                </a:lnTo>
                <a:lnTo>
                  <a:pt x="3003880" y="21589"/>
                </a:lnTo>
                <a:close/>
              </a:path>
              <a:path w="3061970" h="734060">
                <a:moveTo>
                  <a:pt x="28486" y="104139"/>
                </a:moveTo>
                <a:lnTo>
                  <a:pt x="2578" y="104139"/>
                </a:lnTo>
                <a:lnTo>
                  <a:pt x="3886" y="97789"/>
                </a:lnTo>
                <a:lnTo>
                  <a:pt x="5638" y="91439"/>
                </a:lnTo>
                <a:lnTo>
                  <a:pt x="5829" y="91439"/>
                </a:lnTo>
                <a:lnTo>
                  <a:pt x="7683" y="85089"/>
                </a:lnTo>
                <a:lnTo>
                  <a:pt x="10020" y="80010"/>
                </a:lnTo>
                <a:lnTo>
                  <a:pt x="10261" y="78739"/>
                </a:lnTo>
                <a:lnTo>
                  <a:pt x="12890" y="73660"/>
                </a:lnTo>
                <a:lnTo>
                  <a:pt x="15798" y="67310"/>
                </a:lnTo>
                <a:lnTo>
                  <a:pt x="18643" y="62229"/>
                </a:lnTo>
                <a:lnTo>
                  <a:pt x="22034" y="57150"/>
                </a:lnTo>
                <a:lnTo>
                  <a:pt x="22377" y="57150"/>
                </a:lnTo>
                <a:lnTo>
                  <a:pt x="26035" y="52070"/>
                </a:lnTo>
                <a:lnTo>
                  <a:pt x="29540" y="46989"/>
                </a:lnTo>
                <a:lnTo>
                  <a:pt x="33642" y="41910"/>
                </a:lnTo>
                <a:lnTo>
                  <a:pt x="37960" y="38100"/>
                </a:lnTo>
                <a:lnTo>
                  <a:pt x="38392" y="38100"/>
                </a:lnTo>
                <a:lnTo>
                  <a:pt x="42938" y="33020"/>
                </a:lnTo>
                <a:lnTo>
                  <a:pt x="47701" y="29210"/>
                </a:lnTo>
                <a:lnTo>
                  <a:pt x="52641" y="25400"/>
                </a:lnTo>
                <a:lnTo>
                  <a:pt x="57276" y="21589"/>
                </a:lnTo>
                <a:lnTo>
                  <a:pt x="3004388" y="21589"/>
                </a:lnTo>
                <a:lnTo>
                  <a:pt x="3009023" y="25400"/>
                </a:lnTo>
                <a:lnTo>
                  <a:pt x="114935" y="25400"/>
                </a:lnTo>
                <a:lnTo>
                  <a:pt x="109118" y="26670"/>
                </a:lnTo>
                <a:lnTo>
                  <a:pt x="109740" y="26670"/>
                </a:lnTo>
                <a:lnTo>
                  <a:pt x="104025" y="27939"/>
                </a:lnTo>
                <a:lnTo>
                  <a:pt x="104635" y="27939"/>
                </a:lnTo>
                <a:lnTo>
                  <a:pt x="99034" y="29210"/>
                </a:lnTo>
                <a:lnTo>
                  <a:pt x="99631" y="29210"/>
                </a:lnTo>
                <a:lnTo>
                  <a:pt x="96888" y="30479"/>
                </a:lnTo>
                <a:lnTo>
                  <a:pt x="94729" y="30479"/>
                </a:lnTo>
                <a:lnTo>
                  <a:pt x="89369" y="33020"/>
                </a:lnTo>
                <a:lnTo>
                  <a:pt x="89941" y="33020"/>
                </a:lnTo>
                <a:lnTo>
                  <a:pt x="84709" y="35560"/>
                </a:lnTo>
                <a:lnTo>
                  <a:pt x="85267" y="35560"/>
                </a:lnTo>
                <a:lnTo>
                  <a:pt x="82721" y="36829"/>
                </a:lnTo>
                <a:lnTo>
                  <a:pt x="80708" y="36829"/>
                </a:lnTo>
                <a:lnTo>
                  <a:pt x="77414" y="39370"/>
                </a:lnTo>
                <a:lnTo>
                  <a:pt x="76288" y="39370"/>
                </a:lnTo>
                <a:lnTo>
                  <a:pt x="71488" y="43179"/>
                </a:lnTo>
                <a:lnTo>
                  <a:pt x="71996" y="43179"/>
                </a:lnTo>
                <a:lnTo>
                  <a:pt x="67373" y="45720"/>
                </a:lnTo>
                <a:lnTo>
                  <a:pt x="67856" y="45720"/>
                </a:lnTo>
                <a:lnTo>
                  <a:pt x="64875" y="48260"/>
                </a:lnTo>
                <a:lnTo>
                  <a:pt x="63855" y="48260"/>
                </a:lnTo>
                <a:lnTo>
                  <a:pt x="59575" y="52070"/>
                </a:lnTo>
                <a:lnTo>
                  <a:pt x="60020" y="52070"/>
                </a:lnTo>
                <a:lnTo>
                  <a:pt x="55918" y="55879"/>
                </a:lnTo>
                <a:lnTo>
                  <a:pt x="56349" y="55879"/>
                </a:lnTo>
                <a:lnTo>
                  <a:pt x="52438" y="59689"/>
                </a:lnTo>
                <a:lnTo>
                  <a:pt x="52844" y="59689"/>
                </a:lnTo>
                <a:lnTo>
                  <a:pt x="49123" y="63500"/>
                </a:lnTo>
                <a:lnTo>
                  <a:pt x="49517" y="63500"/>
                </a:lnTo>
                <a:lnTo>
                  <a:pt x="46012" y="67310"/>
                </a:lnTo>
                <a:lnTo>
                  <a:pt x="46367" y="67310"/>
                </a:lnTo>
                <a:lnTo>
                  <a:pt x="43078" y="71120"/>
                </a:lnTo>
                <a:lnTo>
                  <a:pt x="43421" y="71120"/>
                </a:lnTo>
                <a:lnTo>
                  <a:pt x="41116" y="74929"/>
                </a:lnTo>
                <a:lnTo>
                  <a:pt x="40665" y="74929"/>
                </a:lnTo>
                <a:lnTo>
                  <a:pt x="37820" y="80010"/>
                </a:lnTo>
                <a:lnTo>
                  <a:pt x="38112" y="80010"/>
                </a:lnTo>
                <a:lnTo>
                  <a:pt x="36150" y="83820"/>
                </a:lnTo>
                <a:lnTo>
                  <a:pt x="35775" y="83820"/>
                </a:lnTo>
                <a:lnTo>
                  <a:pt x="33400" y="88900"/>
                </a:lnTo>
                <a:lnTo>
                  <a:pt x="33642" y="88900"/>
                </a:lnTo>
                <a:lnTo>
                  <a:pt x="31534" y="93979"/>
                </a:lnTo>
                <a:lnTo>
                  <a:pt x="31750" y="93979"/>
                </a:lnTo>
                <a:lnTo>
                  <a:pt x="29883" y="99060"/>
                </a:lnTo>
                <a:lnTo>
                  <a:pt x="30073" y="99060"/>
                </a:lnTo>
                <a:lnTo>
                  <a:pt x="28486" y="104139"/>
                </a:lnTo>
                <a:close/>
              </a:path>
              <a:path w="3061970" h="734060">
                <a:moveTo>
                  <a:pt x="2967520" y="31750"/>
                </a:moveTo>
                <a:lnTo>
                  <a:pt x="2962033" y="29210"/>
                </a:lnTo>
                <a:lnTo>
                  <a:pt x="2962630" y="29210"/>
                </a:lnTo>
                <a:lnTo>
                  <a:pt x="2957029" y="27939"/>
                </a:lnTo>
                <a:lnTo>
                  <a:pt x="2957639" y="27939"/>
                </a:lnTo>
                <a:lnTo>
                  <a:pt x="2951924" y="26670"/>
                </a:lnTo>
                <a:lnTo>
                  <a:pt x="2952546" y="26670"/>
                </a:lnTo>
                <a:lnTo>
                  <a:pt x="2946730" y="25400"/>
                </a:lnTo>
                <a:lnTo>
                  <a:pt x="3009023" y="25400"/>
                </a:lnTo>
                <a:lnTo>
                  <a:pt x="3013964" y="29210"/>
                </a:lnTo>
                <a:lnTo>
                  <a:pt x="3015551" y="30479"/>
                </a:lnTo>
                <a:lnTo>
                  <a:pt x="2966935" y="30479"/>
                </a:lnTo>
                <a:lnTo>
                  <a:pt x="2967520" y="31750"/>
                </a:lnTo>
                <a:close/>
              </a:path>
              <a:path w="3061970" h="734060">
                <a:moveTo>
                  <a:pt x="94145" y="31750"/>
                </a:moveTo>
                <a:lnTo>
                  <a:pt x="94729" y="30479"/>
                </a:lnTo>
                <a:lnTo>
                  <a:pt x="96888" y="30479"/>
                </a:lnTo>
                <a:lnTo>
                  <a:pt x="94145" y="31750"/>
                </a:lnTo>
                <a:close/>
              </a:path>
              <a:path w="3061970" h="734060">
                <a:moveTo>
                  <a:pt x="2981490" y="38100"/>
                </a:moveTo>
                <a:lnTo>
                  <a:pt x="2976397" y="35560"/>
                </a:lnTo>
                <a:lnTo>
                  <a:pt x="2976956" y="35560"/>
                </a:lnTo>
                <a:lnTo>
                  <a:pt x="2971723" y="33020"/>
                </a:lnTo>
                <a:lnTo>
                  <a:pt x="2972295" y="33020"/>
                </a:lnTo>
                <a:lnTo>
                  <a:pt x="2966935" y="30479"/>
                </a:lnTo>
                <a:lnTo>
                  <a:pt x="3015551" y="30479"/>
                </a:lnTo>
                <a:lnTo>
                  <a:pt x="3018726" y="33020"/>
                </a:lnTo>
                <a:lnTo>
                  <a:pt x="3022136" y="36829"/>
                </a:lnTo>
                <a:lnTo>
                  <a:pt x="2980956" y="36829"/>
                </a:lnTo>
                <a:lnTo>
                  <a:pt x="2981490" y="38100"/>
                </a:lnTo>
                <a:close/>
              </a:path>
              <a:path w="3061970" h="734060">
                <a:moveTo>
                  <a:pt x="80175" y="38100"/>
                </a:moveTo>
                <a:lnTo>
                  <a:pt x="80708" y="36829"/>
                </a:lnTo>
                <a:lnTo>
                  <a:pt x="82721" y="36829"/>
                </a:lnTo>
                <a:lnTo>
                  <a:pt x="80175" y="38100"/>
                </a:lnTo>
                <a:close/>
              </a:path>
              <a:path w="3061970" h="734060">
                <a:moveTo>
                  <a:pt x="2985897" y="40639"/>
                </a:moveTo>
                <a:lnTo>
                  <a:pt x="2980956" y="36829"/>
                </a:lnTo>
                <a:lnTo>
                  <a:pt x="3022136" y="36829"/>
                </a:lnTo>
                <a:lnTo>
                  <a:pt x="3023273" y="38100"/>
                </a:lnTo>
                <a:lnTo>
                  <a:pt x="3023704" y="38100"/>
                </a:lnTo>
                <a:lnTo>
                  <a:pt x="3025144" y="39370"/>
                </a:lnTo>
                <a:lnTo>
                  <a:pt x="2985376" y="39370"/>
                </a:lnTo>
                <a:lnTo>
                  <a:pt x="2985897" y="40639"/>
                </a:lnTo>
                <a:close/>
              </a:path>
              <a:path w="3061970" h="734060">
                <a:moveTo>
                  <a:pt x="75768" y="40639"/>
                </a:moveTo>
                <a:lnTo>
                  <a:pt x="76288" y="39370"/>
                </a:lnTo>
                <a:lnTo>
                  <a:pt x="77414" y="39370"/>
                </a:lnTo>
                <a:lnTo>
                  <a:pt x="75768" y="40639"/>
                </a:lnTo>
                <a:close/>
              </a:path>
              <a:path w="3061970" h="734060">
                <a:moveTo>
                  <a:pt x="2998279" y="49529"/>
                </a:moveTo>
                <a:lnTo>
                  <a:pt x="2993809" y="45720"/>
                </a:lnTo>
                <a:lnTo>
                  <a:pt x="2994291" y="45720"/>
                </a:lnTo>
                <a:lnTo>
                  <a:pt x="2989668" y="43179"/>
                </a:lnTo>
                <a:lnTo>
                  <a:pt x="2990176" y="43179"/>
                </a:lnTo>
                <a:lnTo>
                  <a:pt x="2985376" y="39370"/>
                </a:lnTo>
                <a:lnTo>
                  <a:pt x="3025144" y="39370"/>
                </a:lnTo>
                <a:lnTo>
                  <a:pt x="3028022" y="41910"/>
                </a:lnTo>
                <a:lnTo>
                  <a:pt x="3032125" y="46989"/>
                </a:lnTo>
                <a:lnTo>
                  <a:pt x="3033001" y="48260"/>
                </a:lnTo>
                <a:lnTo>
                  <a:pt x="2997809" y="48260"/>
                </a:lnTo>
                <a:lnTo>
                  <a:pt x="2998279" y="49529"/>
                </a:lnTo>
                <a:close/>
              </a:path>
              <a:path w="3061970" h="734060">
                <a:moveTo>
                  <a:pt x="63385" y="49529"/>
                </a:moveTo>
                <a:lnTo>
                  <a:pt x="63855" y="48260"/>
                </a:lnTo>
                <a:lnTo>
                  <a:pt x="64875" y="48260"/>
                </a:lnTo>
                <a:lnTo>
                  <a:pt x="63385" y="49529"/>
                </a:lnTo>
                <a:close/>
              </a:path>
              <a:path w="3061970" h="734060">
                <a:moveTo>
                  <a:pt x="3021317" y="76200"/>
                </a:moveTo>
                <a:lnTo>
                  <a:pt x="3018243" y="71120"/>
                </a:lnTo>
                <a:lnTo>
                  <a:pt x="3018586" y="71120"/>
                </a:lnTo>
                <a:lnTo>
                  <a:pt x="3015297" y="67310"/>
                </a:lnTo>
                <a:lnTo>
                  <a:pt x="3015653" y="67310"/>
                </a:lnTo>
                <a:lnTo>
                  <a:pt x="3012147" y="63500"/>
                </a:lnTo>
                <a:lnTo>
                  <a:pt x="3012541" y="63500"/>
                </a:lnTo>
                <a:lnTo>
                  <a:pt x="3008820" y="59689"/>
                </a:lnTo>
                <a:lnTo>
                  <a:pt x="3009226" y="59689"/>
                </a:lnTo>
                <a:lnTo>
                  <a:pt x="3005315" y="55879"/>
                </a:lnTo>
                <a:lnTo>
                  <a:pt x="3005747" y="55879"/>
                </a:lnTo>
                <a:lnTo>
                  <a:pt x="3001645" y="52070"/>
                </a:lnTo>
                <a:lnTo>
                  <a:pt x="3002089" y="52070"/>
                </a:lnTo>
                <a:lnTo>
                  <a:pt x="2997809" y="48260"/>
                </a:lnTo>
                <a:lnTo>
                  <a:pt x="3033001" y="48260"/>
                </a:lnTo>
                <a:lnTo>
                  <a:pt x="3035630" y="52070"/>
                </a:lnTo>
                <a:lnTo>
                  <a:pt x="3039287" y="57150"/>
                </a:lnTo>
                <a:lnTo>
                  <a:pt x="3039630" y="57150"/>
                </a:lnTo>
                <a:lnTo>
                  <a:pt x="3043021" y="62229"/>
                </a:lnTo>
                <a:lnTo>
                  <a:pt x="3045866" y="67310"/>
                </a:lnTo>
                <a:lnTo>
                  <a:pt x="3048774" y="73660"/>
                </a:lnTo>
                <a:lnTo>
                  <a:pt x="3049431" y="74929"/>
                </a:lnTo>
                <a:lnTo>
                  <a:pt x="3020999" y="74929"/>
                </a:lnTo>
                <a:lnTo>
                  <a:pt x="3021317" y="76200"/>
                </a:lnTo>
                <a:close/>
              </a:path>
              <a:path w="3061970" h="734060">
                <a:moveTo>
                  <a:pt x="40347" y="76200"/>
                </a:moveTo>
                <a:lnTo>
                  <a:pt x="40665" y="74929"/>
                </a:lnTo>
                <a:lnTo>
                  <a:pt x="41116" y="74929"/>
                </a:lnTo>
                <a:lnTo>
                  <a:pt x="40347" y="76200"/>
                </a:lnTo>
                <a:close/>
              </a:path>
              <a:path w="3061970" h="734060">
                <a:moveTo>
                  <a:pt x="3026155" y="85089"/>
                </a:moveTo>
                <a:lnTo>
                  <a:pt x="3023552" y="80010"/>
                </a:lnTo>
                <a:lnTo>
                  <a:pt x="3023844" y="80010"/>
                </a:lnTo>
                <a:lnTo>
                  <a:pt x="3020999" y="74929"/>
                </a:lnTo>
                <a:lnTo>
                  <a:pt x="3049431" y="74929"/>
                </a:lnTo>
                <a:lnTo>
                  <a:pt x="3051403" y="78739"/>
                </a:lnTo>
                <a:lnTo>
                  <a:pt x="3051644" y="80010"/>
                </a:lnTo>
                <a:lnTo>
                  <a:pt x="3053397" y="83820"/>
                </a:lnTo>
                <a:lnTo>
                  <a:pt x="3025889" y="83820"/>
                </a:lnTo>
                <a:lnTo>
                  <a:pt x="3026155" y="85089"/>
                </a:lnTo>
                <a:close/>
              </a:path>
              <a:path w="3061970" h="734060">
                <a:moveTo>
                  <a:pt x="35496" y="85089"/>
                </a:moveTo>
                <a:lnTo>
                  <a:pt x="35775" y="83820"/>
                </a:lnTo>
                <a:lnTo>
                  <a:pt x="36150" y="83820"/>
                </a:lnTo>
                <a:lnTo>
                  <a:pt x="35496" y="85089"/>
                </a:lnTo>
                <a:close/>
              </a:path>
              <a:path w="3061970" h="734060">
                <a:moveTo>
                  <a:pt x="3059899" y="624839"/>
                </a:moveTo>
                <a:lnTo>
                  <a:pt x="3034220" y="624839"/>
                </a:lnTo>
                <a:lnTo>
                  <a:pt x="3035393" y="617596"/>
                </a:lnTo>
                <a:lnTo>
                  <a:pt x="3035846" y="613410"/>
                </a:lnTo>
                <a:lnTo>
                  <a:pt x="3036160" y="609600"/>
                </a:lnTo>
                <a:lnTo>
                  <a:pt x="3036145" y="123189"/>
                </a:lnTo>
                <a:lnTo>
                  <a:pt x="3035909" y="119379"/>
                </a:lnTo>
                <a:lnTo>
                  <a:pt x="3035249" y="114300"/>
                </a:lnTo>
                <a:lnTo>
                  <a:pt x="3034347" y="109220"/>
                </a:lnTo>
                <a:lnTo>
                  <a:pt x="3033026" y="104139"/>
                </a:lnTo>
                <a:lnTo>
                  <a:pt x="3033179" y="104139"/>
                </a:lnTo>
                <a:lnTo>
                  <a:pt x="3031591" y="99060"/>
                </a:lnTo>
                <a:lnTo>
                  <a:pt x="3031769" y="99060"/>
                </a:lnTo>
                <a:lnTo>
                  <a:pt x="3029915" y="93979"/>
                </a:lnTo>
                <a:lnTo>
                  <a:pt x="3030131" y="93979"/>
                </a:lnTo>
                <a:lnTo>
                  <a:pt x="3028022" y="88900"/>
                </a:lnTo>
                <a:lnTo>
                  <a:pt x="3028264" y="88900"/>
                </a:lnTo>
                <a:lnTo>
                  <a:pt x="3025889" y="83820"/>
                </a:lnTo>
                <a:lnTo>
                  <a:pt x="3053397" y="83820"/>
                </a:lnTo>
                <a:lnTo>
                  <a:pt x="3053981" y="85089"/>
                </a:lnTo>
                <a:lnTo>
                  <a:pt x="3055835" y="91439"/>
                </a:lnTo>
                <a:lnTo>
                  <a:pt x="3056026" y="91439"/>
                </a:lnTo>
                <a:lnTo>
                  <a:pt x="3059214" y="104139"/>
                </a:lnTo>
                <a:lnTo>
                  <a:pt x="3060357" y="110489"/>
                </a:lnTo>
                <a:lnTo>
                  <a:pt x="3061169" y="116839"/>
                </a:lnTo>
                <a:lnTo>
                  <a:pt x="3061665" y="123189"/>
                </a:lnTo>
                <a:lnTo>
                  <a:pt x="3061665" y="609600"/>
                </a:lnTo>
                <a:lnTo>
                  <a:pt x="3061106" y="615950"/>
                </a:lnTo>
                <a:lnTo>
                  <a:pt x="3060409" y="621858"/>
                </a:lnTo>
                <a:lnTo>
                  <a:pt x="3060357" y="622300"/>
                </a:lnTo>
                <a:lnTo>
                  <a:pt x="3059899" y="624839"/>
                </a:lnTo>
                <a:close/>
              </a:path>
              <a:path w="3061970" h="734060">
                <a:moveTo>
                  <a:pt x="3004388" y="711200"/>
                </a:moveTo>
                <a:lnTo>
                  <a:pt x="57276" y="711200"/>
                </a:lnTo>
                <a:lnTo>
                  <a:pt x="52641" y="707389"/>
                </a:lnTo>
                <a:lnTo>
                  <a:pt x="47701" y="703579"/>
                </a:lnTo>
                <a:lnTo>
                  <a:pt x="42938" y="699770"/>
                </a:lnTo>
                <a:lnTo>
                  <a:pt x="38392" y="695960"/>
                </a:lnTo>
                <a:lnTo>
                  <a:pt x="37960" y="694689"/>
                </a:lnTo>
                <a:lnTo>
                  <a:pt x="33642" y="690879"/>
                </a:lnTo>
                <a:lnTo>
                  <a:pt x="29540" y="685800"/>
                </a:lnTo>
                <a:lnTo>
                  <a:pt x="25666" y="680720"/>
                </a:lnTo>
                <a:lnTo>
                  <a:pt x="22377" y="675639"/>
                </a:lnTo>
                <a:lnTo>
                  <a:pt x="22034" y="675639"/>
                </a:lnTo>
                <a:lnTo>
                  <a:pt x="18643" y="670560"/>
                </a:lnTo>
                <a:lnTo>
                  <a:pt x="15798" y="665479"/>
                </a:lnTo>
                <a:lnTo>
                  <a:pt x="12890" y="660400"/>
                </a:lnTo>
                <a:lnTo>
                  <a:pt x="10261" y="654050"/>
                </a:lnTo>
                <a:lnTo>
                  <a:pt x="10020" y="654050"/>
                </a:lnTo>
                <a:lnTo>
                  <a:pt x="5829" y="642620"/>
                </a:lnTo>
                <a:lnTo>
                  <a:pt x="5638" y="641350"/>
                </a:lnTo>
                <a:lnTo>
                  <a:pt x="3886" y="635000"/>
                </a:lnTo>
                <a:lnTo>
                  <a:pt x="2578" y="629920"/>
                </a:lnTo>
                <a:lnTo>
                  <a:pt x="2451" y="628650"/>
                </a:lnTo>
                <a:lnTo>
                  <a:pt x="1409" y="623570"/>
                </a:lnTo>
                <a:lnTo>
                  <a:pt x="1308" y="622300"/>
                </a:lnTo>
                <a:lnTo>
                  <a:pt x="495" y="615950"/>
                </a:lnTo>
                <a:lnTo>
                  <a:pt x="0" y="609600"/>
                </a:lnTo>
                <a:lnTo>
                  <a:pt x="0" y="123189"/>
                </a:lnTo>
                <a:lnTo>
                  <a:pt x="558" y="116839"/>
                </a:lnTo>
                <a:lnTo>
                  <a:pt x="1308" y="110489"/>
                </a:lnTo>
                <a:lnTo>
                  <a:pt x="2451" y="104139"/>
                </a:lnTo>
                <a:lnTo>
                  <a:pt x="28638" y="104139"/>
                </a:lnTo>
                <a:lnTo>
                  <a:pt x="27444" y="109220"/>
                </a:lnTo>
                <a:lnTo>
                  <a:pt x="26504" y="114300"/>
                </a:lnTo>
                <a:lnTo>
                  <a:pt x="25819" y="119379"/>
                </a:lnTo>
                <a:lnTo>
                  <a:pt x="25544" y="123189"/>
                </a:lnTo>
                <a:lnTo>
                  <a:pt x="25460" y="609600"/>
                </a:lnTo>
                <a:lnTo>
                  <a:pt x="25755" y="613410"/>
                </a:lnTo>
                <a:lnTo>
                  <a:pt x="26191" y="617104"/>
                </a:lnTo>
                <a:lnTo>
                  <a:pt x="26271" y="617596"/>
                </a:lnTo>
                <a:lnTo>
                  <a:pt x="26355" y="618495"/>
                </a:lnTo>
                <a:lnTo>
                  <a:pt x="26618" y="619741"/>
                </a:lnTo>
                <a:lnTo>
                  <a:pt x="27444" y="624839"/>
                </a:lnTo>
                <a:lnTo>
                  <a:pt x="27581" y="624839"/>
                </a:lnTo>
                <a:lnTo>
                  <a:pt x="28638" y="629920"/>
                </a:lnTo>
                <a:lnTo>
                  <a:pt x="28803" y="629920"/>
                </a:lnTo>
                <a:lnTo>
                  <a:pt x="30073" y="635000"/>
                </a:lnTo>
                <a:lnTo>
                  <a:pt x="30349" y="635000"/>
                </a:lnTo>
                <a:lnTo>
                  <a:pt x="31750" y="638810"/>
                </a:lnTo>
                <a:lnTo>
                  <a:pt x="31534" y="638810"/>
                </a:lnTo>
                <a:lnTo>
                  <a:pt x="33642" y="643889"/>
                </a:lnTo>
                <a:lnTo>
                  <a:pt x="33400" y="643889"/>
                </a:lnTo>
                <a:lnTo>
                  <a:pt x="35775" y="648970"/>
                </a:lnTo>
                <a:lnTo>
                  <a:pt x="36150" y="648970"/>
                </a:lnTo>
                <a:lnTo>
                  <a:pt x="38112" y="652779"/>
                </a:lnTo>
                <a:lnTo>
                  <a:pt x="37820" y="652779"/>
                </a:lnTo>
                <a:lnTo>
                  <a:pt x="40665" y="657860"/>
                </a:lnTo>
                <a:lnTo>
                  <a:pt x="40347" y="657860"/>
                </a:lnTo>
                <a:lnTo>
                  <a:pt x="43421" y="661670"/>
                </a:lnTo>
                <a:lnTo>
                  <a:pt x="43078" y="661670"/>
                </a:lnTo>
                <a:lnTo>
                  <a:pt x="46367" y="666750"/>
                </a:lnTo>
                <a:lnTo>
                  <a:pt x="46888" y="666750"/>
                </a:lnTo>
                <a:lnTo>
                  <a:pt x="49517" y="670560"/>
                </a:lnTo>
                <a:lnTo>
                  <a:pt x="50053" y="670560"/>
                </a:lnTo>
                <a:lnTo>
                  <a:pt x="52844" y="674370"/>
                </a:lnTo>
                <a:lnTo>
                  <a:pt x="53416" y="674370"/>
                </a:lnTo>
                <a:lnTo>
                  <a:pt x="56349" y="678179"/>
                </a:lnTo>
                <a:lnTo>
                  <a:pt x="57285" y="678179"/>
                </a:lnTo>
                <a:lnTo>
                  <a:pt x="60020" y="680720"/>
                </a:lnTo>
                <a:lnTo>
                  <a:pt x="59575" y="680720"/>
                </a:lnTo>
                <a:lnTo>
                  <a:pt x="63855" y="684529"/>
                </a:lnTo>
                <a:lnTo>
                  <a:pt x="63385" y="684529"/>
                </a:lnTo>
                <a:lnTo>
                  <a:pt x="67856" y="687070"/>
                </a:lnTo>
                <a:lnTo>
                  <a:pt x="67373" y="687070"/>
                </a:lnTo>
                <a:lnTo>
                  <a:pt x="71996" y="690879"/>
                </a:lnTo>
                <a:lnTo>
                  <a:pt x="73088" y="690879"/>
                </a:lnTo>
                <a:lnTo>
                  <a:pt x="76288" y="693420"/>
                </a:lnTo>
                <a:lnTo>
                  <a:pt x="75768" y="693420"/>
                </a:lnTo>
                <a:lnTo>
                  <a:pt x="80708" y="695960"/>
                </a:lnTo>
                <a:lnTo>
                  <a:pt x="80175" y="695960"/>
                </a:lnTo>
                <a:lnTo>
                  <a:pt x="85267" y="698500"/>
                </a:lnTo>
                <a:lnTo>
                  <a:pt x="87325" y="698500"/>
                </a:lnTo>
                <a:lnTo>
                  <a:pt x="89941" y="699770"/>
                </a:lnTo>
                <a:lnTo>
                  <a:pt x="89369" y="699770"/>
                </a:lnTo>
                <a:lnTo>
                  <a:pt x="94729" y="702310"/>
                </a:lnTo>
                <a:lnTo>
                  <a:pt x="94145" y="702310"/>
                </a:lnTo>
                <a:lnTo>
                  <a:pt x="99631" y="703579"/>
                </a:lnTo>
                <a:lnTo>
                  <a:pt x="99034" y="703579"/>
                </a:lnTo>
                <a:lnTo>
                  <a:pt x="104635" y="704850"/>
                </a:lnTo>
                <a:lnTo>
                  <a:pt x="104025" y="704850"/>
                </a:lnTo>
                <a:lnTo>
                  <a:pt x="109740" y="706120"/>
                </a:lnTo>
                <a:lnTo>
                  <a:pt x="109118" y="706120"/>
                </a:lnTo>
                <a:lnTo>
                  <a:pt x="114935" y="707389"/>
                </a:lnTo>
                <a:lnTo>
                  <a:pt x="119583" y="707389"/>
                </a:lnTo>
                <a:lnTo>
                  <a:pt x="125577" y="708660"/>
                </a:lnTo>
                <a:lnTo>
                  <a:pt x="3007478" y="708660"/>
                </a:lnTo>
                <a:lnTo>
                  <a:pt x="3004388" y="711200"/>
                </a:lnTo>
                <a:close/>
              </a:path>
              <a:path w="3061970" h="734060">
                <a:moveTo>
                  <a:pt x="27581" y="624839"/>
                </a:moveTo>
                <a:lnTo>
                  <a:pt x="27444" y="624839"/>
                </a:lnTo>
                <a:lnTo>
                  <a:pt x="27238" y="623570"/>
                </a:lnTo>
                <a:lnTo>
                  <a:pt x="27581" y="624839"/>
                </a:lnTo>
                <a:close/>
              </a:path>
              <a:path w="3061970" h="734060">
                <a:moveTo>
                  <a:pt x="3059087" y="629920"/>
                </a:moveTo>
                <a:lnTo>
                  <a:pt x="3033026" y="629920"/>
                </a:lnTo>
                <a:lnTo>
                  <a:pt x="3034347" y="623570"/>
                </a:lnTo>
                <a:lnTo>
                  <a:pt x="3034220" y="624839"/>
                </a:lnTo>
                <a:lnTo>
                  <a:pt x="3059899" y="624839"/>
                </a:lnTo>
                <a:lnTo>
                  <a:pt x="3059214" y="628650"/>
                </a:lnTo>
                <a:lnTo>
                  <a:pt x="3059087" y="629920"/>
                </a:lnTo>
                <a:close/>
              </a:path>
              <a:path w="3061970" h="734060">
                <a:moveTo>
                  <a:pt x="28803" y="629920"/>
                </a:moveTo>
                <a:lnTo>
                  <a:pt x="28638" y="629920"/>
                </a:lnTo>
                <a:lnTo>
                  <a:pt x="28374" y="628650"/>
                </a:lnTo>
                <a:lnTo>
                  <a:pt x="28803" y="629920"/>
                </a:lnTo>
                <a:close/>
              </a:path>
              <a:path w="3061970" h="734060">
                <a:moveTo>
                  <a:pt x="3057908" y="635000"/>
                </a:moveTo>
                <a:lnTo>
                  <a:pt x="3031591" y="635000"/>
                </a:lnTo>
                <a:lnTo>
                  <a:pt x="3033179" y="628650"/>
                </a:lnTo>
                <a:lnTo>
                  <a:pt x="3033026" y="629920"/>
                </a:lnTo>
                <a:lnTo>
                  <a:pt x="3059087" y="629920"/>
                </a:lnTo>
                <a:lnTo>
                  <a:pt x="3057908" y="635000"/>
                </a:lnTo>
                <a:close/>
              </a:path>
              <a:path w="3061970" h="734060">
                <a:moveTo>
                  <a:pt x="30073" y="635000"/>
                </a:moveTo>
                <a:lnTo>
                  <a:pt x="29485" y="632649"/>
                </a:lnTo>
                <a:lnTo>
                  <a:pt x="29883" y="633729"/>
                </a:lnTo>
                <a:lnTo>
                  <a:pt x="30073" y="635000"/>
                </a:lnTo>
                <a:close/>
              </a:path>
              <a:path w="3061970" h="734060">
                <a:moveTo>
                  <a:pt x="30349" y="635000"/>
                </a:moveTo>
                <a:lnTo>
                  <a:pt x="30073" y="635000"/>
                </a:lnTo>
                <a:lnTo>
                  <a:pt x="29756" y="633729"/>
                </a:lnTo>
                <a:lnTo>
                  <a:pt x="30349" y="635000"/>
                </a:lnTo>
                <a:close/>
              </a:path>
              <a:path w="3061970" h="734060">
                <a:moveTo>
                  <a:pt x="3053507" y="648970"/>
                </a:moveTo>
                <a:lnTo>
                  <a:pt x="3025889" y="648970"/>
                </a:lnTo>
                <a:lnTo>
                  <a:pt x="3028264" y="643889"/>
                </a:lnTo>
                <a:lnTo>
                  <a:pt x="3028022" y="643889"/>
                </a:lnTo>
                <a:lnTo>
                  <a:pt x="3030131" y="638810"/>
                </a:lnTo>
                <a:lnTo>
                  <a:pt x="3029915" y="638810"/>
                </a:lnTo>
                <a:lnTo>
                  <a:pt x="3031769" y="633729"/>
                </a:lnTo>
                <a:lnTo>
                  <a:pt x="3031591" y="635000"/>
                </a:lnTo>
                <a:lnTo>
                  <a:pt x="3057908" y="635000"/>
                </a:lnTo>
                <a:lnTo>
                  <a:pt x="3057613" y="636270"/>
                </a:lnTo>
                <a:lnTo>
                  <a:pt x="3056026" y="641350"/>
                </a:lnTo>
                <a:lnTo>
                  <a:pt x="3055835" y="642620"/>
                </a:lnTo>
                <a:lnTo>
                  <a:pt x="3053507" y="648970"/>
                </a:lnTo>
                <a:close/>
              </a:path>
              <a:path w="3061970" h="734060">
                <a:moveTo>
                  <a:pt x="36150" y="648970"/>
                </a:moveTo>
                <a:lnTo>
                  <a:pt x="35775" y="648970"/>
                </a:lnTo>
                <a:lnTo>
                  <a:pt x="35496" y="647700"/>
                </a:lnTo>
                <a:lnTo>
                  <a:pt x="36150" y="648970"/>
                </a:lnTo>
                <a:close/>
              </a:path>
              <a:path w="3061970" h="734060">
                <a:moveTo>
                  <a:pt x="3045155" y="666750"/>
                </a:moveTo>
                <a:lnTo>
                  <a:pt x="3015297" y="666750"/>
                </a:lnTo>
                <a:lnTo>
                  <a:pt x="3018586" y="661670"/>
                </a:lnTo>
                <a:lnTo>
                  <a:pt x="3018243" y="661670"/>
                </a:lnTo>
                <a:lnTo>
                  <a:pt x="3021317" y="657860"/>
                </a:lnTo>
                <a:lnTo>
                  <a:pt x="3020999" y="657860"/>
                </a:lnTo>
                <a:lnTo>
                  <a:pt x="3023844" y="652779"/>
                </a:lnTo>
                <a:lnTo>
                  <a:pt x="3023552" y="652779"/>
                </a:lnTo>
                <a:lnTo>
                  <a:pt x="3026155" y="647700"/>
                </a:lnTo>
                <a:lnTo>
                  <a:pt x="3025889" y="648970"/>
                </a:lnTo>
                <a:lnTo>
                  <a:pt x="3053507" y="648970"/>
                </a:lnTo>
                <a:lnTo>
                  <a:pt x="3051644" y="654050"/>
                </a:lnTo>
                <a:lnTo>
                  <a:pt x="3051403" y="654050"/>
                </a:lnTo>
                <a:lnTo>
                  <a:pt x="3048774" y="660400"/>
                </a:lnTo>
                <a:lnTo>
                  <a:pt x="3045155" y="666750"/>
                </a:lnTo>
                <a:close/>
              </a:path>
              <a:path w="3061970" h="734060">
                <a:moveTo>
                  <a:pt x="46888" y="666750"/>
                </a:moveTo>
                <a:lnTo>
                  <a:pt x="46367" y="666750"/>
                </a:lnTo>
                <a:lnTo>
                  <a:pt x="46012" y="665479"/>
                </a:lnTo>
                <a:lnTo>
                  <a:pt x="46888" y="666750"/>
                </a:lnTo>
                <a:close/>
              </a:path>
              <a:path w="3061970" h="734060">
                <a:moveTo>
                  <a:pt x="3043021" y="670560"/>
                </a:moveTo>
                <a:lnTo>
                  <a:pt x="3012147" y="670560"/>
                </a:lnTo>
                <a:lnTo>
                  <a:pt x="3015653" y="665479"/>
                </a:lnTo>
                <a:lnTo>
                  <a:pt x="3015297" y="666750"/>
                </a:lnTo>
                <a:lnTo>
                  <a:pt x="3045155" y="666750"/>
                </a:lnTo>
                <a:lnTo>
                  <a:pt x="3043021" y="670560"/>
                </a:lnTo>
                <a:close/>
              </a:path>
              <a:path w="3061970" h="734060">
                <a:moveTo>
                  <a:pt x="50053" y="670560"/>
                </a:moveTo>
                <a:lnTo>
                  <a:pt x="49517" y="670560"/>
                </a:lnTo>
                <a:lnTo>
                  <a:pt x="49123" y="669289"/>
                </a:lnTo>
                <a:lnTo>
                  <a:pt x="50053" y="670560"/>
                </a:lnTo>
                <a:close/>
              </a:path>
              <a:path w="3061970" h="734060">
                <a:moveTo>
                  <a:pt x="3040478" y="674370"/>
                </a:moveTo>
                <a:lnTo>
                  <a:pt x="3008820" y="674370"/>
                </a:lnTo>
                <a:lnTo>
                  <a:pt x="3012541" y="669289"/>
                </a:lnTo>
                <a:lnTo>
                  <a:pt x="3012147" y="670560"/>
                </a:lnTo>
                <a:lnTo>
                  <a:pt x="3043021" y="670560"/>
                </a:lnTo>
                <a:lnTo>
                  <a:pt x="3040478" y="674370"/>
                </a:lnTo>
                <a:close/>
              </a:path>
              <a:path w="3061970" h="734060">
                <a:moveTo>
                  <a:pt x="53416" y="674370"/>
                </a:moveTo>
                <a:lnTo>
                  <a:pt x="52844" y="674370"/>
                </a:lnTo>
                <a:lnTo>
                  <a:pt x="52438" y="673100"/>
                </a:lnTo>
                <a:lnTo>
                  <a:pt x="53416" y="674370"/>
                </a:lnTo>
                <a:close/>
              </a:path>
              <a:path w="3061970" h="734060">
                <a:moveTo>
                  <a:pt x="3037643" y="678179"/>
                </a:moveTo>
                <a:lnTo>
                  <a:pt x="3005315" y="678179"/>
                </a:lnTo>
                <a:lnTo>
                  <a:pt x="3009226" y="673100"/>
                </a:lnTo>
                <a:lnTo>
                  <a:pt x="3008820" y="674370"/>
                </a:lnTo>
                <a:lnTo>
                  <a:pt x="3040478" y="674370"/>
                </a:lnTo>
                <a:lnTo>
                  <a:pt x="3039630" y="675639"/>
                </a:lnTo>
                <a:lnTo>
                  <a:pt x="3039287" y="675639"/>
                </a:lnTo>
                <a:lnTo>
                  <a:pt x="3037643" y="678179"/>
                </a:lnTo>
                <a:close/>
              </a:path>
              <a:path w="3061970" h="734060">
                <a:moveTo>
                  <a:pt x="57285" y="678179"/>
                </a:moveTo>
                <a:lnTo>
                  <a:pt x="56349" y="678179"/>
                </a:lnTo>
                <a:lnTo>
                  <a:pt x="55918" y="676910"/>
                </a:lnTo>
                <a:lnTo>
                  <a:pt x="57285" y="678179"/>
                </a:lnTo>
                <a:close/>
              </a:path>
              <a:path w="3061970" h="734060">
                <a:moveTo>
                  <a:pt x="3028022" y="690879"/>
                </a:moveTo>
                <a:lnTo>
                  <a:pt x="2989668" y="690879"/>
                </a:lnTo>
                <a:lnTo>
                  <a:pt x="2994291" y="687070"/>
                </a:lnTo>
                <a:lnTo>
                  <a:pt x="2993809" y="687070"/>
                </a:lnTo>
                <a:lnTo>
                  <a:pt x="2998279" y="684529"/>
                </a:lnTo>
                <a:lnTo>
                  <a:pt x="2997809" y="684529"/>
                </a:lnTo>
                <a:lnTo>
                  <a:pt x="3002089" y="680720"/>
                </a:lnTo>
                <a:lnTo>
                  <a:pt x="3001645" y="680720"/>
                </a:lnTo>
                <a:lnTo>
                  <a:pt x="3005747" y="676910"/>
                </a:lnTo>
                <a:lnTo>
                  <a:pt x="3005315" y="678179"/>
                </a:lnTo>
                <a:lnTo>
                  <a:pt x="3037643" y="678179"/>
                </a:lnTo>
                <a:lnTo>
                  <a:pt x="3035998" y="680720"/>
                </a:lnTo>
                <a:lnTo>
                  <a:pt x="3032125" y="685800"/>
                </a:lnTo>
                <a:lnTo>
                  <a:pt x="3028022" y="690879"/>
                </a:lnTo>
                <a:close/>
              </a:path>
              <a:path w="3061970" h="734060">
                <a:moveTo>
                  <a:pt x="73088" y="690879"/>
                </a:moveTo>
                <a:lnTo>
                  <a:pt x="71996" y="690879"/>
                </a:lnTo>
                <a:lnTo>
                  <a:pt x="71488" y="689610"/>
                </a:lnTo>
                <a:lnTo>
                  <a:pt x="73088" y="690879"/>
                </a:lnTo>
                <a:close/>
              </a:path>
              <a:path w="3061970" h="734060">
                <a:moveTo>
                  <a:pt x="3020242" y="698500"/>
                </a:moveTo>
                <a:lnTo>
                  <a:pt x="2976397" y="698500"/>
                </a:lnTo>
                <a:lnTo>
                  <a:pt x="2981490" y="695960"/>
                </a:lnTo>
                <a:lnTo>
                  <a:pt x="2980956" y="695960"/>
                </a:lnTo>
                <a:lnTo>
                  <a:pt x="2985897" y="693420"/>
                </a:lnTo>
                <a:lnTo>
                  <a:pt x="2985376" y="693420"/>
                </a:lnTo>
                <a:lnTo>
                  <a:pt x="2990176" y="689610"/>
                </a:lnTo>
                <a:lnTo>
                  <a:pt x="2989668" y="690879"/>
                </a:lnTo>
                <a:lnTo>
                  <a:pt x="3028022" y="690879"/>
                </a:lnTo>
                <a:lnTo>
                  <a:pt x="3023704" y="694689"/>
                </a:lnTo>
                <a:lnTo>
                  <a:pt x="3023273" y="695960"/>
                </a:lnTo>
                <a:lnTo>
                  <a:pt x="3020242" y="698500"/>
                </a:lnTo>
                <a:close/>
              </a:path>
              <a:path w="3061970" h="734060">
                <a:moveTo>
                  <a:pt x="87325" y="698500"/>
                </a:moveTo>
                <a:lnTo>
                  <a:pt x="85267" y="698500"/>
                </a:lnTo>
                <a:lnTo>
                  <a:pt x="84709" y="697229"/>
                </a:lnTo>
                <a:lnTo>
                  <a:pt x="87325" y="698500"/>
                </a:lnTo>
                <a:close/>
              </a:path>
              <a:path w="3061970" h="734060">
                <a:moveTo>
                  <a:pt x="3007478" y="708660"/>
                </a:moveTo>
                <a:lnTo>
                  <a:pt x="2936087" y="708660"/>
                </a:lnTo>
                <a:lnTo>
                  <a:pt x="2942081" y="707389"/>
                </a:lnTo>
                <a:lnTo>
                  <a:pt x="2946730" y="707389"/>
                </a:lnTo>
                <a:lnTo>
                  <a:pt x="2952546" y="706120"/>
                </a:lnTo>
                <a:lnTo>
                  <a:pt x="2951924" y="706120"/>
                </a:lnTo>
                <a:lnTo>
                  <a:pt x="2957639" y="704850"/>
                </a:lnTo>
                <a:lnTo>
                  <a:pt x="2957029" y="704850"/>
                </a:lnTo>
                <a:lnTo>
                  <a:pt x="2962630" y="703579"/>
                </a:lnTo>
                <a:lnTo>
                  <a:pt x="2962033" y="703579"/>
                </a:lnTo>
                <a:lnTo>
                  <a:pt x="2967520" y="702310"/>
                </a:lnTo>
                <a:lnTo>
                  <a:pt x="2966935" y="702310"/>
                </a:lnTo>
                <a:lnTo>
                  <a:pt x="2972295" y="699770"/>
                </a:lnTo>
                <a:lnTo>
                  <a:pt x="2971723" y="699770"/>
                </a:lnTo>
                <a:lnTo>
                  <a:pt x="2976956" y="697229"/>
                </a:lnTo>
                <a:lnTo>
                  <a:pt x="2976397" y="698500"/>
                </a:lnTo>
                <a:lnTo>
                  <a:pt x="3020242" y="698500"/>
                </a:lnTo>
                <a:lnTo>
                  <a:pt x="3018726" y="699770"/>
                </a:lnTo>
                <a:lnTo>
                  <a:pt x="3013964" y="703579"/>
                </a:lnTo>
                <a:lnTo>
                  <a:pt x="3009023" y="707389"/>
                </a:lnTo>
                <a:lnTo>
                  <a:pt x="3007478" y="708660"/>
                </a:lnTo>
                <a:close/>
              </a:path>
              <a:path w="3061970" h="734060">
                <a:moveTo>
                  <a:pt x="2970174" y="727710"/>
                </a:moveTo>
                <a:lnTo>
                  <a:pt x="91490" y="727710"/>
                </a:lnTo>
                <a:lnTo>
                  <a:pt x="86004" y="726439"/>
                </a:lnTo>
                <a:lnTo>
                  <a:pt x="80048" y="723900"/>
                </a:lnTo>
                <a:lnTo>
                  <a:pt x="79476" y="722629"/>
                </a:lnTo>
                <a:lnTo>
                  <a:pt x="73685" y="720089"/>
                </a:lnTo>
                <a:lnTo>
                  <a:pt x="68046" y="717550"/>
                </a:lnTo>
                <a:lnTo>
                  <a:pt x="62572" y="715010"/>
                </a:lnTo>
                <a:lnTo>
                  <a:pt x="57785" y="711200"/>
                </a:lnTo>
                <a:lnTo>
                  <a:pt x="3003880" y="711200"/>
                </a:lnTo>
                <a:lnTo>
                  <a:pt x="2998558" y="715010"/>
                </a:lnTo>
                <a:lnTo>
                  <a:pt x="2993618" y="717550"/>
                </a:lnTo>
                <a:lnTo>
                  <a:pt x="2987979" y="720089"/>
                </a:lnTo>
                <a:lnTo>
                  <a:pt x="2982188" y="722629"/>
                </a:lnTo>
                <a:lnTo>
                  <a:pt x="2981617" y="723900"/>
                </a:lnTo>
                <a:lnTo>
                  <a:pt x="2975660" y="726439"/>
                </a:lnTo>
                <a:lnTo>
                  <a:pt x="2970174" y="727710"/>
                </a:lnTo>
                <a:close/>
              </a:path>
              <a:path w="3061970" h="734060">
                <a:moveTo>
                  <a:pt x="2957626" y="731520"/>
                </a:moveTo>
                <a:lnTo>
                  <a:pt x="104025" y="731520"/>
                </a:lnTo>
                <a:lnTo>
                  <a:pt x="97701" y="728979"/>
                </a:lnTo>
                <a:lnTo>
                  <a:pt x="92100" y="727710"/>
                </a:lnTo>
                <a:lnTo>
                  <a:pt x="2969564" y="727710"/>
                </a:lnTo>
                <a:lnTo>
                  <a:pt x="2963964" y="728979"/>
                </a:lnTo>
                <a:lnTo>
                  <a:pt x="2957626" y="731520"/>
                </a:lnTo>
                <a:close/>
              </a:path>
              <a:path w="3061970" h="734060">
                <a:moveTo>
                  <a:pt x="2950552" y="732789"/>
                </a:moveTo>
                <a:lnTo>
                  <a:pt x="111099" y="732789"/>
                </a:lnTo>
                <a:lnTo>
                  <a:pt x="104660" y="731520"/>
                </a:lnTo>
                <a:lnTo>
                  <a:pt x="2951187" y="731520"/>
                </a:lnTo>
                <a:lnTo>
                  <a:pt x="2950552" y="732789"/>
                </a:lnTo>
                <a:close/>
              </a:path>
              <a:path w="3061970" h="734060">
                <a:moveTo>
                  <a:pt x="2938005" y="734060"/>
                </a:moveTo>
                <a:lnTo>
                  <a:pt x="124294" y="734060"/>
                </a:lnTo>
                <a:lnTo>
                  <a:pt x="117652" y="732789"/>
                </a:lnTo>
                <a:lnTo>
                  <a:pt x="2944012" y="732789"/>
                </a:lnTo>
                <a:lnTo>
                  <a:pt x="2938005" y="734060"/>
                </a:lnTo>
                <a:close/>
              </a:path>
            </a:pathLst>
          </a:custGeom>
          <a:solidFill>
            <a:srgbClr val="162C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346892" y="3938981"/>
            <a:ext cx="248856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6515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Times New Roman"/>
                <a:cs typeface="Times New Roman"/>
              </a:rPr>
              <a:t>5.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Risk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Prediction</a:t>
            </a:r>
            <a:endParaRPr sz="1400">
              <a:latin typeface="Times New Roman"/>
              <a:cs typeface="Times New Roman"/>
            </a:endParaRPr>
          </a:p>
          <a:p>
            <a:pPr marL="384810" marR="5080" indent="-37211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Predict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software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defect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probability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trained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model.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47620" y="6060198"/>
            <a:ext cx="2665730" cy="855980"/>
          </a:xfrm>
          <a:custGeom>
            <a:avLst/>
            <a:gdLst/>
            <a:ahLst/>
            <a:cxnLst/>
            <a:rect l="l" t="t" r="r" b="b"/>
            <a:pathLst>
              <a:path w="2665729" h="855979">
                <a:moveTo>
                  <a:pt x="2544660" y="2539"/>
                </a:moveTo>
                <a:lnTo>
                  <a:pt x="121069" y="2539"/>
                </a:lnTo>
                <a:lnTo>
                  <a:pt x="127888" y="1270"/>
                </a:lnTo>
                <a:lnTo>
                  <a:pt x="135445" y="0"/>
                </a:lnTo>
                <a:lnTo>
                  <a:pt x="2530284" y="0"/>
                </a:lnTo>
                <a:lnTo>
                  <a:pt x="2537206" y="1270"/>
                </a:lnTo>
                <a:lnTo>
                  <a:pt x="2537841" y="1270"/>
                </a:lnTo>
                <a:lnTo>
                  <a:pt x="2544660" y="2539"/>
                </a:lnTo>
                <a:close/>
              </a:path>
              <a:path w="2665729" h="855979">
                <a:moveTo>
                  <a:pt x="2573096" y="11429"/>
                </a:moveTo>
                <a:lnTo>
                  <a:pt x="92633" y="11429"/>
                </a:lnTo>
                <a:lnTo>
                  <a:pt x="106553" y="6350"/>
                </a:lnTo>
                <a:lnTo>
                  <a:pt x="113131" y="3810"/>
                </a:lnTo>
                <a:lnTo>
                  <a:pt x="120446" y="2539"/>
                </a:lnTo>
                <a:lnTo>
                  <a:pt x="2545283" y="2539"/>
                </a:lnTo>
                <a:lnTo>
                  <a:pt x="2552598" y="3810"/>
                </a:lnTo>
                <a:lnTo>
                  <a:pt x="2559177" y="6350"/>
                </a:lnTo>
                <a:lnTo>
                  <a:pt x="2573096" y="11429"/>
                </a:lnTo>
                <a:close/>
              </a:path>
              <a:path w="2665729" h="855979">
                <a:moveTo>
                  <a:pt x="2598813" y="25400"/>
                </a:moveTo>
                <a:lnTo>
                  <a:pt x="66916" y="25400"/>
                </a:lnTo>
                <a:lnTo>
                  <a:pt x="72529" y="21589"/>
                </a:lnTo>
                <a:lnTo>
                  <a:pt x="79400" y="17779"/>
                </a:lnTo>
                <a:lnTo>
                  <a:pt x="85928" y="13970"/>
                </a:lnTo>
                <a:lnTo>
                  <a:pt x="92062" y="11429"/>
                </a:lnTo>
                <a:lnTo>
                  <a:pt x="2573667" y="11429"/>
                </a:lnTo>
                <a:lnTo>
                  <a:pt x="2579801" y="13970"/>
                </a:lnTo>
                <a:lnTo>
                  <a:pt x="2586329" y="17779"/>
                </a:lnTo>
                <a:lnTo>
                  <a:pt x="2593200" y="21589"/>
                </a:lnTo>
                <a:lnTo>
                  <a:pt x="2598813" y="25400"/>
                </a:lnTo>
                <a:close/>
              </a:path>
              <a:path w="2665729" h="855979">
                <a:moveTo>
                  <a:pt x="57873" y="66039"/>
                </a:moveTo>
                <a:lnTo>
                  <a:pt x="26009" y="66039"/>
                </a:lnTo>
                <a:lnTo>
                  <a:pt x="30225" y="59689"/>
                </a:lnTo>
                <a:lnTo>
                  <a:pt x="34340" y="54610"/>
                </a:lnTo>
                <a:lnTo>
                  <a:pt x="39077" y="49529"/>
                </a:lnTo>
                <a:lnTo>
                  <a:pt x="44081" y="44450"/>
                </a:lnTo>
                <a:lnTo>
                  <a:pt x="44500" y="43179"/>
                </a:lnTo>
                <a:lnTo>
                  <a:pt x="49758" y="38100"/>
                </a:lnTo>
                <a:lnTo>
                  <a:pt x="55257" y="34289"/>
                </a:lnTo>
                <a:lnTo>
                  <a:pt x="60972" y="29210"/>
                </a:lnTo>
                <a:lnTo>
                  <a:pt x="66408" y="25400"/>
                </a:lnTo>
                <a:lnTo>
                  <a:pt x="138645" y="25400"/>
                </a:lnTo>
                <a:lnTo>
                  <a:pt x="131724" y="26670"/>
                </a:lnTo>
                <a:lnTo>
                  <a:pt x="126149" y="26670"/>
                </a:lnTo>
                <a:lnTo>
                  <a:pt x="119456" y="29210"/>
                </a:lnTo>
                <a:lnTo>
                  <a:pt x="120065" y="29210"/>
                </a:lnTo>
                <a:lnTo>
                  <a:pt x="114681" y="30249"/>
                </a:lnTo>
                <a:lnTo>
                  <a:pt x="110877" y="31750"/>
                </a:lnTo>
                <a:lnTo>
                  <a:pt x="108242" y="31750"/>
                </a:lnTo>
                <a:lnTo>
                  <a:pt x="101955" y="34289"/>
                </a:lnTo>
                <a:lnTo>
                  <a:pt x="102527" y="34289"/>
                </a:lnTo>
                <a:lnTo>
                  <a:pt x="96393" y="36829"/>
                </a:lnTo>
                <a:lnTo>
                  <a:pt x="96951" y="36829"/>
                </a:lnTo>
                <a:lnTo>
                  <a:pt x="92972" y="39370"/>
                </a:lnTo>
                <a:lnTo>
                  <a:pt x="91516" y="39370"/>
                </a:lnTo>
                <a:lnTo>
                  <a:pt x="85725" y="43179"/>
                </a:lnTo>
                <a:lnTo>
                  <a:pt x="86245" y="43179"/>
                </a:lnTo>
                <a:lnTo>
                  <a:pt x="82494" y="45720"/>
                </a:lnTo>
                <a:lnTo>
                  <a:pt x="81127" y="45720"/>
                </a:lnTo>
                <a:lnTo>
                  <a:pt x="75692" y="49529"/>
                </a:lnTo>
                <a:lnTo>
                  <a:pt x="76187" y="49529"/>
                </a:lnTo>
                <a:lnTo>
                  <a:pt x="70954" y="53339"/>
                </a:lnTo>
                <a:lnTo>
                  <a:pt x="71424" y="53339"/>
                </a:lnTo>
                <a:lnTo>
                  <a:pt x="66395" y="57150"/>
                </a:lnTo>
                <a:lnTo>
                  <a:pt x="66840" y="57150"/>
                </a:lnTo>
                <a:lnTo>
                  <a:pt x="63230" y="60960"/>
                </a:lnTo>
                <a:lnTo>
                  <a:pt x="62458" y="60960"/>
                </a:lnTo>
                <a:lnTo>
                  <a:pt x="57873" y="66039"/>
                </a:lnTo>
                <a:close/>
              </a:path>
              <a:path w="2665729" h="855979">
                <a:moveTo>
                  <a:pt x="2558072" y="33020"/>
                </a:moveTo>
                <a:lnTo>
                  <a:pt x="2551048" y="30249"/>
                </a:lnTo>
                <a:lnTo>
                  <a:pt x="2545664" y="29210"/>
                </a:lnTo>
                <a:lnTo>
                  <a:pt x="2546273" y="29210"/>
                </a:lnTo>
                <a:lnTo>
                  <a:pt x="2539580" y="26670"/>
                </a:lnTo>
                <a:lnTo>
                  <a:pt x="2534005" y="26670"/>
                </a:lnTo>
                <a:lnTo>
                  <a:pt x="2527084" y="25400"/>
                </a:lnTo>
                <a:lnTo>
                  <a:pt x="2599321" y="25400"/>
                </a:lnTo>
                <a:lnTo>
                  <a:pt x="2604757" y="29210"/>
                </a:lnTo>
                <a:lnTo>
                  <a:pt x="2607614" y="31750"/>
                </a:lnTo>
                <a:lnTo>
                  <a:pt x="2557487" y="31750"/>
                </a:lnTo>
                <a:lnTo>
                  <a:pt x="2558072" y="33020"/>
                </a:lnTo>
                <a:close/>
              </a:path>
              <a:path w="2665729" h="855979">
                <a:moveTo>
                  <a:pt x="125526" y="27939"/>
                </a:moveTo>
                <a:lnTo>
                  <a:pt x="126149" y="26670"/>
                </a:lnTo>
                <a:lnTo>
                  <a:pt x="132346" y="26670"/>
                </a:lnTo>
                <a:lnTo>
                  <a:pt x="125526" y="27939"/>
                </a:lnTo>
                <a:close/>
              </a:path>
              <a:path w="2665729" h="855979">
                <a:moveTo>
                  <a:pt x="2540203" y="27939"/>
                </a:moveTo>
                <a:lnTo>
                  <a:pt x="2533383" y="26670"/>
                </a:lnTo>
                <a:lnTo>
                  <a:pt x="2539580" y="26670"/>
                </a:lnTo>
                <a:lnTo>
                  <a:pt x="2540203" y="27939"/>
                </a:lnTo>
                <a:close/>
              </a:path>
              <a:path w="2665729" h="855979">
                <a:moveTo>
                  <a:pt x="107657" y="33020"/>
                </a:moveTo>
                <a:lnTo>
                  <a:pt x="108242" y="31750"/>
                </a:lnTo>
                <a:lnTo>
                  <a:pt x="110877" y="31750"/>
                </a:lnTo>
                <a:lnTo>
                  <a:pt x="107657" y="33020"/>
                </a:lnTo>
                <a:close/>
              </a:path>
              <a:path w="2665729" h="855979">
                <a:moveTo>
                  <a:pt x="2574747" y="40639"/>
                </a:moveTo>
                <a:lnTo>
                  <a:pt x="2568778" y="36829"/>
                </a:lnTo>
                <a:lnTo>
                  <a:pt x="2569337" y="36829"/>
                </a:lnTo>
                <a:lnTo>
                  <a:pt x="2563202" y="34289"/>
                </a:lnTo>
                <a:lnTo>
                  <a:pt x="2563774" y="34289"/>
                </a:lnTo>
                <a:lnTo>
                  <a:pt x="2557487" y="31750"/>
                </a:lnTo>
                <a:lnTo>
                  <a:pt x="2607614" y="31750"/>
                </a:lnTo>
                <a:lnTo>
                  <a:pt x="2610472" y="34289"/>
                </a:lnTo>
                <a:lnTo>
                  <a:pt x="2616415" y="39370"/>
                </a:lnTo>
                <a:lnTo>
                  <a:pt x="2574213" y="39370"/>
                </a:lnTo>
                <a:lnTo>
                  <a:pt x="2574747" y="40639"/>
                </a:lnTo>
                <a:close/>
              </a:path>
              <a:path w="2665729" h="855979">
                <a:moveTo>
                  <a:pt x="90982" y="40639"/>
                </a:moveTo>
                <a:lnTo>
                  <a:pt x="91516" y="39370"/>
                </a:lnTo>
                <a:lnTo>
                  <a:pt x="92972" y="39370"/>
                </a:lnTo>
                <a:lnTo>
                  <a:pt x="90982" y="40639"/>
                </a:lnTo>
                <a:close/>
              </a:path>
              <a:path w="2665729" h="855979">
                <a:moveTo>
                  <a:pt x="2585110" y="46989"/>
                </a:moveTo>
                <a:lnTo>
                  <a:pt x="2579484" y="43179"/>
                </a:lnTo>
                <a:lnTo>
                  <a:pt x="2580005" y="43179"/>
                </a:lnTo>
                <a:lnTo>
                  <a:pt x="2574213" y="39370"/>
                </a:lnTo>
                <a:lnTo>
                  <a:pt x="2616415" y="39370"/>
                </a:lnTo>
                <a:lnTo>
                  <a:pt x="2621229" y="43179"/>
                </a:lnTo>
                <a:lnTo>
                  <a:pt x="2621648" y="44450"/>
                </a:lnTo>
                <a:lnTo>
                  <a:pt x="2622899" y="45720"/>
                </a:lnTo>
                <a:lnTo>
                  <a:pt x="2584602" y="45720"/>
                </a:lnTo>
                <a:lnTo>
                  <a:pt x="2585110" y="46989"/>
                </a:lnTo>
                <a:close/>
              </a:path>
              <a:path w="2665729" h="855979">
                <a:moveTo>
                  <a:pt x="80619" y="46989"/>
                </a:moveTo>
                <a:lnTo>
                  <a:pt x="81127" y="45720"/>
                </a:lnTo>
                <a:lnTo>
                  <a:pt x="82494" y="45720"/>
                </a:lnTo>
                <a:lnTo>
                  <a:pt x="80619" y="46989"/>
                </a:lnTo>
                <a:close/>
              </a:path>
              <a:path w="2665729" h="855979">
                <a:moveTo>
                  <a:pt x="2603690" y="62229"/>
                </a:moveTo>
                <a:lnTo>
                  <a:pt x="2598889" y="57150"/>
                </a:lnTo>
                <a:lnTo>
                  <a:pt x="2599334" y="57150"/>
                </a:lnTo>
                <a:lnTo>
                  <a:pt x="2594305" y="53339"/>
                </a:lnTo>
                <a:lnTo>
                  <a:pt x="2594775" y="53339"/>
                </a:lnTo>
                <a:lnTo>
                  <a:pt x="2589542" y="49529"/>
                </a:lnTo>
                <a:lnTo>
                  <a:pt x="2590025" y="49529"/>
                </a:lnTo>
                <a:lnTo>
                  <a:pt x="2584602" y="45720"/>
                </a:lnTo>
                <a:lnTo>
                  <a:pt x="2622899" y="45720"/>
                </a:lnTo>
                <a:lnTo>
                  <a:pt x="2626652" y="49529"/>
                </a:lnTo>
                <a:lnTo>
                  <a:pt x="2631389" y="54610"/>
                </a:lnTo>
                <a:lnTo>
                  <a:pt x="2635504" y="59689"/>
                </a:lnTo>
                <a:lnTo>
                  <a:pt x="2636347" y="60960"/>
                </a:lnTo>
                <a:lnTo>
                  <a:pt x="2603271" y="60960"/>
                </a:lnTo>
                <a:lnTo>
                  <a:pt x="2603690" y="62229"/>
                </a:lnTo>
                <a:close/>
              </a:path>
              <a:path w="2665729" h="855979">
                <a:moveTo>
                  <a:pt x="62026" y="62229"/>
                </a:moveTo>
                <a:lnTo>
                  <a:pt x="62458" y="60960"/>
                </a:lnTo>
                <a:lnTo>
                  <a:pt x="63230" y="60960"/>
                </a:lnTo>
                <a:lnTo>
                  <a:pt x="62026" y="62229"/>
                </a:lnTo>
                <a:close/>
              </a:path>
              <a:path w="2665729" h="855979">
                <a:moveTo>
                  <a:pt x="2639720" y="66039"/>
                </a:moveTo>
                <a:lnTo>
                  <a:pt x="2607856" y="66039"/>
                </a:lnTo>
                <a:lnTo>
                  <a:pt x="2603271" y="60960"/>
                </a:lnTo>
                <a:lnTo>
                  <a:pt x="2636347" y="60960"/>
                </a:lnTo>
                <a:lnTo>
                  <a:pt x="2639720" y="66039"/>
                </a:lnTo>
                <a:close/>
              </a:path>
              <a:path w="2665729" h="855979">
                <a:moveTo>
                  <a:pt x="2544660" y="853439"/>
                </a:moveTo>
                <a:lnTo>
                  <a:pt x="121069" y="853439"/>
                </a:lnTo>
                <a:lnTo>
                  <a:pt x="120446" y="852169"/>
                </a:lnTo>
                <a:lnTo>
                  <a:pt x="113741" y="850900"/>
                </a:lnTo>
                <a:lnTo>
                  <a:pt x="106553" y="849630"/>
                </a:lnTo>
                <a:lnTo>
                  <a:pt x="92633" y="844550"/>
                </a:lnTo>
                <a:lnTo>
                  <a:pt x="92062" y="843280"/>
                </a:lnTo>
                <a:lnTo>
                  <a:pt x="85928" y="840739"/>
                </a:lnTo>
                <a:lnTo>
                  <a:pt x="79400" y="838200"/>
                </a:lnTo>
                <a:lnTo>
                  <a:pt x="72529" y="834389"/>
                </a:lnTo>
                <a:lnTo>
                  <a:pt x="66916" y="830580"/>
                </a:lnTo>
                <a:lnTo>
                  <a:pt x="66408" y="829310"/>
                </a:lnTo>
                <a:lnTo>
                  <a:pt x="60972" y="825500"/>
                </a:lnTo>
                <a:lnTo>
                  <a:pt x="55257" y="821689"/>
                </a:lnTo>
                <a:lnTo>
                  <a:pt x="49758" y="816610"/>
                </a:lnTo>
                <a:lnTo>
                  <a:pt x="44500" y="811530"/>
                </a:lnTo>
                <a:lnTo>
                  <a:pt x="44081" y="811530"/>
                </a:lnTo>
                <a:lnTo>
                  <a:pt x="39077" y="806450"/>
                </a:lnTo>
                <a:lnTo>
                  <a:pt x="34340" y="800100"/>
                </a:lnTo>
                <a:lnTo>
                  <a:pt x="30225" y="795019"/>
                </a:lnTo>
                <a:lnTo>
                  <a:pt x="26009" y="789939"/>
                </a:lnTo>
                <a:lnTo>
                  <a:pt x="25666" y="788669"/>
                </a:lnTo>
                <a:lnTo>
                  <a:pt x="21742" y="782319"/>
                </a:lnTo>
                <a:lnTo>
                  <a:pt x="18402" y="777239"/>
                </a:lnTo>
                <a:lnTo>
                  <a:pt x="15049" y="770889"/>
                </a:lnTo>
                <a:lnTo>
                  <a:pt x="12014" y="763269"/>
                </a:lnTo>
                <a:lnTo>
                  <a:pt x="9283" y="756919"/>
                </a:lnTo>
                <a:lnTo>
                  <a:pt x="6705" y="749300"/>
                </a:lnTo>
                <a:lnTo>
                  <a:pt x="4838" y="742950"/>
                </a:lnTo>
                <a:lnTo>
                  <a:pt x="3136" y="735330"/>
                </a:lnTo>
                <a:lnTo>
                  <a:pt x="3009" y="735330"/>
                </a:lnTo>
                <a:lnTo>
                  <a:pt x="1790" y="727710"/>
                </a:lnTo>
                <a:lnTo>
                  <a:pt x="749" y="720089"/>
                </a:lnTo>
                <a:lnTo>
                  <a:pt x="215" y="712469"/>
                </a:lnTo>
                <a:lnTo>
                  <a:pt x="0" y="704850"/>
                </a:lnTo>
                <a:lnTo>
                  <a:pt x="0" y="149860"/>
                </a:lnTo>
                <a:lnTo>
                  <a:pt x="152" y="144779"/>
                </a:lnTo>
                <a:lnTo>
                  <a:pt x="215" y="142239"/>
                </a:lnTo>
                <a:lnTo>
                  <a:pt x="500" y="138853"/>
                </a:lnTo>
                <a:lnTo>
                  <a:pt x="536" y="138428"/>
                </a:lnTo>
                <a:lnTo>
                  <a:pt x="641" y="137169"/>
                </a:lnTo>
                <a:lnTo>
                  <a:pt x="749" y="135889"/>
                </a:lnTo>
                <a:lnTo>
                  <a:pt x="812" y="134620"/>
                </a:lnTo>
                <a:lnTo>
                  <a:pt x="1701" y="128270"/>
                </a:lnTo>
                <a:lnTo>
                  <a:pt x="1790" y="127000"/>
                </a:lnTo>
                <a:lnTo>
                  <a:pt x="3009" y="120650"/>
                </a:lnTo>
                <a:lnTo>
                  <a:pt x="3136" y="119379"/>
                </a:lnTo>
                <a:lnTo>
                  <a:pt x="4838" y="113029"/>
                </a:lnTo>
                <a:lnTo>
                  <a:pt x="6705" y="105410"/>
                </a:lnTo>
                <a:lnTo>
                  <a:pt x="9283" y="97789"/>
                </a:lnTo>
                <a:lnTo>
                  <a:pt x="11772" y="91439"/>
                </a:lnTo>
                <a:lnTo>
                  <a:pt x="12014" y="91439"/>
                </a:lnTo>
                <a:lnTo>
                  <a:pt x="15049" y="85089"/>
                </a:lnTo>
                <a:lnTo>
                  <a:pt x="18402" y="78739"/>
                </a:lnTo>
                <a:lnTo>
                  <a:pt x="22059" y="72389"/>
                </a:lnTo>
                <a:lnTo>
                  <a:pt x="25666" y="66039"/>
                </a:lnTo>
                <a:lnTo>
                  <a:pt x="58280" y="66039"/>
                </a:lnTo>
                <a:lnTo>
                  <a:pt x="55013" y="69850"/>
                </a:lnTo>
                <a:lnTo>
                  <a:pt x="54317" y="69850"/>
                </a:lnTo>
                <a:lnTo>
                  <a:pt x="50203" y="74929"/>
                </a:lnTo>
                <a:lnTo>
                  <a:pt x="50571" y="74929"/>
                </a:lnTo>
                <a:lnTo>
                  <a:pt x="46710" y="80010"/>
                </a:lnTo>
                <a:lnTo>
                  <a:pt x="47053" y="80010"/>
                </a:lnTo>
                <a:lnTo>
                  <a:pt x="43446" y="85089"/>
                </a:lnTo>
                <a:lnTo>
                  <a:pt x="43764" y="85089"/>
                </a:lnTo>
                <a:lnTo>
                  <a:pt x="41092" y="90170"/>
                </a:lnTo>
                <a:lnTo>
                  <a:pt x="40716" y="90170"/>
                </a:lnTo>
                <a:lnTo>
                  <a:pt x="38277" y="95250"/>
                </a:lnTo>
                <a:lnTo>
                  <a:pt x="37934" y="95250"/>
                </a:lnTo>
                <a:lnTo>
                  <a:pt x="35153" y="101600"/>
                </a:lnTo>
                <a:lnTo>
                  <a:pt x="35394" y="101600"/>
                </a:lnTo>
                <a:lnTo>
                  <a:pt x="33413" y="106679"/>
                </a:lnTo>
                <a:lnTo>
                  <a:pt x="33134" y="106679"/>
                </a:lnTo>
                <a:lnTo>
                  <a:pt x="30962" y="113029"/>
                </a:lnTo>
                <a:lnTo>
                  <a:pt x="31140" y="113029"/>
                </a:lnTo>
                <a:lnTo>
                  <a:pt x="29273" y="119379"/>
                </a:lnTo>
                <a:lnTo>
                  <a:pt x="29438" y="119379"/>
                </a:lnTo>
                <a:lnTo>
                  <a:pt x="28199" y="124460"/>
                </a:lnTo>
                <a:lnTo>
                  <a:pt x="28016" y="124460"/>
                </a:lnTo>
                <a:lnTo>
                  <a:pt x="26625" y="133154"/>
                </a:lnTo>
                <a:lnTo>
                  <a:pt x="26004" y="138428"/>
                </a:lnTo>
                <a:lnTo>
                  <a:pt x="25954" y="138853"/>
                </a:lnTo>
                <a:lnTo>
                  <a:pt x="25718" y="142239"/>
                </a:lnTo>
                <a:lnTo>
                  <a:pt x="25629" y="143510"/>
                </a:lnTo>
                <a:lnTo>
                  <a:pt x="25539" y="144779"/>
                </a:lnTo>
                <a:lnTo>
                  <a:pt x="25429" y="149860"/>
                </a:lnTo>
                <a:lnTo>
                  <a:pt x="25400" y="704850"/>
                </a:lnTo>
                <a:lnTo>
                  <a:pt x="25539" y="711200"/>
                </a:lnTo>
                <a:lnTo>
                  <a:pt x="26009" y="717550"/>
                </a:lnTo>
                <a:lnTo>
                  <a:pt x="26797" y="723900"/>
                </a:lnTo>
                <a:lnTo>
                  <a:pt x="28016" y="730250"/>
                </a:lnTo>
                <a:lnTo>
                  <a:pt x="27889" y="730250"/>
                </a:lnTo>
                <a:lnTo>
                  <a:pt x="29438" y="736600"/>
                </a:lnTo>
                <a:lnTo>
                  <a:pt x="29584" y="736600"/>
                </a:lnTo>
                <a:lnTo>
                  <a:pt x="31140" y="742950"/>
                </a:lnTo>
                <a:lnTo>
                  <a:pt x="31396" y="742950"/>
                </a:lnTo>
                <a:lnTo>
                  <a:pt x="33134" y="748030"/>
                </a:lnTo>
                <a:lnTo>
                  <a:pt x="32918" y="748030"/>
                </a:lnTo>
                <a:lnTo>
                  <a:pt x="35394" y="754380"/>
                </a:lnTo>
                <a:lnTo>
                  <a:pt x="35709" y="754380"/>
                </a:lnTo>
                <a:lnTo>
                  <a:pt x="37934" y="759460"/>
                </a:lnTo>
                <a:lnTo>
                  <a:pt x="37668" y="759460"/>
                </a:lnTo>
                <a:lnTo>
                  <a:pt x="40716" y="764539"/>
                </a:lnTo>
                <a:lnTo>
                  <a:pt x="40424" y="764539"/>
                </a:lnTo>
                <a:lnTo>
                  <a:pt x="43764" y="769619"/>
                </a:lnTo>
                <a:lnTo>
                  <a:pt x="43446" y="769619"/>
                </a:lnTo>
                <a:lnTo>
                  <a:pt x="47053" y="774700"/>
                </a:lnTo>
                <a:lnTo>
                  <a:pt x="46710" y="774700"/>
                </a:lnTo>
                <a:lnTo>
                  <a:pt x="50571" y="779780"/>
                </a:lnTo>
                <a:lnTo>
                  <a:pt x="50203" y="779780"/>
                </a:lnTo>
                <a:lnTo>
                  <a:pt x="54317" y="784860"/>
                </a:lnTo>
                <a:lnTo>
                  <a:pt x="53924" y="784860"/>
                </a:lnTo>
                <a:lnTo>
                  <a:pt x="58280" y="789939"/>
                </a:lnTo>
                <a:lnTo>
                  <a:pt x="59020" y="789939"/>
                </a:lnTo>
                <a:lnTo>
                  <a:pt x="62458" y="793750"/>
                </a:lnTo>
                <a:lnTo>
                  <a:pt x="62026" y="793750"/>
                </a:lnTo>
                <a:lnTo>
                  <a:pt x="66840" y="797560"/>
                </a:lnTo>
                <a:lnTo>
                  <a:pt x="66395" y="797560"/>
                </a:lnTo>
                <a:lnTo>
                  <a:pt x="71424" y="801369"/>
                </a:lnTo>
                <a:lnTo>
                  <a:pt x="70954" y="801369"/>
                </a:lnTo>
                <a:lnTo>
                  <a:pt x="76187" y="805180"/>
                </a:lnTo>
                <a:lnTo>
                  <a:pt x="75692" y="805180"/>
                </a:lnTo>
                <a:lnTo>
                  <a:pt x="81127" y="808989"/>
                </a:lnTo>
                <a:lnTo>
                  <a:pt x="80619" y="808989"/>
                </a:lnTo>
                <a:lnTo>
                  <a:pt x="86245" y="812800"/>
                </a:lnTo>
                <a:lnTo>
                  <a:pt x="87655" y="812800"/>
                </a:lnTo>
                <a:lnTo>
                  <a:pt x="91516" y="815339"/>
                </a:lnTo>
                <a:lnTo>
                  <a:pt x="90982" y="815339"/>
                </a:lnTo>
                <a:lnTo>
                  <a:pt x="96951" y="817880"/>
                </a:lnTo>
                <a:lnTo>
                  <a:pt x="96393" y="817880"/>
                </a:lnTo>
                <a:lnTo>
                  <a:pt x="102527" y="820419"/>
                </a:lnTo>
                <a:lnTo>
                  <a:pt x="101955" y="820419"/>
                </a:lnTo>
                <a:lnTo>
                  <a:pt x="108242" y="822960"/>
                </a:lnTo>
                <a:lnTo>
                  <a:pt x="107657" y="822960"/>
                </a:lnTo>
                <a:lnTo>
                  <a:pt x="114096" y="825500"/>
                </a:lnTo>
                <a:lnTo>
                  <a:pt x="116776" y="825500"/>
                </a:lnTo>
                <a:lnTo>
                  <a:pt x="120065" y="826769"/>
                </a:lnTo>
                <a:lnTo>
                  <a:pt x="119456" y="826769"/>
                </a:lnTo>
                <a:lnTo>
                  <a:pt x="126149" y="828039"/>
                </a:lnTo>
                <a:lnTo>
                  <a:pt x="125526" y="828039"/>
                </a:lnTo>
                <a:lnTo>
                  <a:pt x="132346" y="829310"/>
                </a:lnTo>
                <a:lnTo>
                  <a:pt x="138010" y="829310"/>
                </a:lnTo>
                <a:lnTo>
                  <a:pt x="145046" y="830580"/>
                </a:lnTo>
                <a:lnTo>
                  <a:pt x="2598813" y="830580"/>
                </a:lnTo>
                <a:lnTo>
                  <a:pt x="2593200" y="834389"/>
                </a:lnTo>
                <a:lnTo>
                  <a:pt x="2586329" y="838200"/>
                </a:lnTo>
                <a:lnTo>
                  <a:pt x="2579801" y="840739"/>
                </a:lnTo>
                <a:lnTo>
                  <a:pt x="2573667" y="843280"/>
                </a:lnTo>
                <a:lnTo>
                  <a:pt x="2573096" y="844550"/>
                </a:lnTo>
                <a:lnTo>
                  <a:pt x="2559177" y="849630"/>
                </a:lnTo>
                <a:lnTo>
                  <a:pt x="2551988" y="850900"/>
                </a:lnTo>
                <a:lnTo>
                  <a:pt x="2545283" y="852169"/>
                </a:lnTo>
                <a:lnTo>
                  <a:pt x="2544660" y="853439"/>
                </a:lnTo>
                <a:close/>
              </a:path>
              <a:path w="2665729" h="855979">
                <a:moveTo>
                  <a:pt x="2611805" y="71120"/>
                </a:moveTo>
                <a:lnTo>
                  <a:pt x="2607449" y="66039"/>
                </a:lnTo>
                <a:lnTo>
                  <a:pt x="2640063" y="66039"/>
                </a:lnTo>
                <a:lnTo>
                  <a:pt x="2642227" y="69850"/>
                </a:lnTo>
                <a:lnTo>
                  <a:pt x="2611412" y="69850"/>
                </a:lnTo>
                <a:lnTo>
                  <a:pt x="2611805" y="71120"/>
                </a:lnTo>
                <a:close/>
              </a:path>
              <a:path w="2665729" h="855979">
                <a:moveTo>
                  <a:pt x="53924" y="71120"/>
                </a:moveTo>
                <a:lnTo>
                  <a:pt x="54317" y="69850"/>
                </a:lnTo>
                <a:lnTo>
                  <a:pt x="55013" y="69850"/>
                </a:lnTo>
                <a:lnTo>
                  <a:pt x="53924" y="71120"/>
                </a:lnTo>
                <a:close/>
              </a:path>
              <a:path w="2665729" h="855979">
                <a:moveTo>
                  <a:pt x="2625305" y="91439"/>
                </a:moveTo>
                <a:lnTo>
                  <a:pt x="2621965" y="85089"/>
                </a:lnTo>
                <a:lnTo>
                  <a:pt x="2622283" y="85089"/>
                </a:lnTo>
                <a:lnTo>
                  <a:pt x="2618676" y="80010"/>
                </a:lnTo>
                <a:lnTo>
                  <a:pt x="2619019" y="80010"/>
                </a:lnTo>
                <a:lnTo>
                  <a:pt x="2615158" y="74929"/>
                </a:lnTo>
                <a:lnTo>
                  <a:pt x="2615526" y="74929"/>
                </a:lnTo>
                <a:lnTo>
                  <a:pt x="2611412" y="69850"/>
                </a:lnTo>
                <a:lnTo>
                  <a:pt x="2642227" y="69850"/>
                </a:lnTo>
                <a:lnTo>
                  <a:pt x="2647327" y="78739"/>
                </a:lnTo>
                <a:lnTo>
                  <a:pt x="2650680" y="85089"/>
                </a:lnTo>
                <a:lnTo>
                  <a:pt x="2653108" y="90170"/>
                </a:lnTo>
                <a:lnTo>
                  <a:pt x="2625013" y="90170"/>
                </a:lnTo>
                <a:lnTo>
                  <a:pt x="2625305" y="91439"/>
                </a:lnTo>
                <a:close/>
              </a:path>
              <a:path w="2665729" h="855979">
                <a:moveTo>
                  <a:pt x="40424" y="91439"/>
                </a:moveTo>
                <a:lnTo>
                  <a:pt x="40716" y="90170"/>
                </a:lnTo>
                <a:lnTo>
                  <a:pt x="41092" y="90170"/>
                </a:lnTo>
                <a:lnTo>
                  <a:pt x="40424" y="91439"/>
                </a:lnTo>
                <a:close/>
              </a:path>
              <a:path w="2665729" h="855979">
                <a:moveTo>
                  <a:pt x="2628061" y="96520"/>
                </a:moveTo>
                <a:lnTo>
                  <a:pt x="2625013" y="90170"/>
                </a:lnTo>
                <a:lnTo>
                  <a:pt x="2653108" y="90170"/>
                </a:lnTo>
                <a:lnTo>
                  <a:pt x="2653715" y="91439"/>
                </a:lnTo>
                <a:lnTo>
                  <a:pt x="2653957" y="91439"/>
                </a:lnTo>
                <a:lnTo>
                  <a:pt x="2655303" y="95250"/>
                </a:lnTo>
                <a:lnTo>
                  <a:pt x="2627795" y="95250"/>
                </a:lnTo>
                <a:lnTo>
                  <a:pt x="2628061" y="96520"/>
                </a:lnTo>
                <a:close/>
              </a:path>
              <a:path w="2665729" h="855979">
                <a:moveTo>
                  <a:pt x="37668" y="96520"/>
                </a:moveTo>
                <a:lnTo>
                  <a:pt x="37934" y="95250"/>
                </a:lnTo>
                <a:lnTo>
                  <a:pt x="38277" y="95250"/>
                </a:lnTo>
                <a:lnTo>
                  <a:pt x="37668" y="96520"/>
                </a:lnTo>
                <a:close/>
              </a:path>
              <a:path w="2665729" h="855979">
                <a:moveTo>
                  <a:pt x="2632811" y="107950"/>
                </a:moveTo>
                <a:lnTo>
                  <a:pt x="2630335" y="101600"/>
                </a:lnTo>
                <a:lnTo>
                  <a:pt x="2630576" y="101600"/>
                </a:lnTo>
                <a:lnTo>
                  <a:pt x="2627795" y="95250"/>
                </a:lnTo>
                <a:lnTo>
                  <a:pt x="2655303" y="95250"/>
                </a:lnTo>
                <a:lnTo>
                  <a:pt x="2656649" y="99060"/>
                </a:lnTo>
                <a:lnTo>
                  <a:pt x="2659024" y="105410"/>
                </a:lnTo>
                <a:lnTo>
                  <a:pt x="2659335" y="106679"/>
                </a:lnTo>
                <a:lnTo>
                  <a:pt x="2632595" y="106679"/>
                </a:lnTo>
                <a:lnTo>
                  <a:pt x="2632811" y="107950"/>
                </a:lnTo>
                <a:close/>
              </a:path>
              <a:path w="2665729" h="855979">
                <a:moveTo>
                  <a:pt x="32918" y="107950"/>
                </a:moveTo>
                <a:lnTo>
                  <a:pt x="33134" y="106679"/>
                </a:lnTo>
                <a:lnTo>
                  <a:pt x="33413" y="106679"/>
                </a:lnTo>
                <a:lnTo>
                  <a:pt x="32918" y="107950"/>
                </a:lnTo>
                <a:close/>
              </a:path>
              <a:path w="2665729" h="855979">
                <a:moveTo>
                  <a:pt x="2662309" y="736600"/>
                </a:moveTo>
                <a:lnTo>
                  <a:pt x="2636291" y="736600"/>
                </a:lnTo>
                <a:lnTo>
                  <a:pt x="2637713" y="730250"/>
                </a:lnTo>
                <a:lnTo>
                  <a:pt x="2638831" y="723900"/>
                </a:lnTo>
                <a:lnTo>
                  <a:pt x="2639656" y="717550"/>
                </a:lnTo>
                <a:lnTo>
                  <a:pt x="2640053" y="712469"/>
                </a:lnTo>
                <a:lnTo>
                  <a:pt x="2640152" y="711200"/>
                </a:lnTo>
                <a:lnTo>
                  <a:pt x="2640330" y="704850"/>
                </a:lnTo>
                <a:lnTo>
                  <a:pt x="2640300" y="149860"/>
                </a:lnTo>
                <a:lnTo>
                  <a:pt x="2637713" y="124460"/>
                </a:lnTo>
                <a:lnTo>
                  <a:pt x="2637530" y="124460"/>
                </a:lnTo>
                <a:lnTo>
                  <a:pt x="2636291" y="119379"/>
                </a:lnTo>
                <a:lnTo>
                  <a:pt x="2636456" y="119379"/>
                </a:lnTo>
                <a:lnTo>
                  <a:pt x="2634589" y="113029"/>
                </a:lnTo>
                <a:lnTo>
                  <a:pt x="2634767" y="113029"/>
                </a:lnTo>
                <a:lnTo>
                  <a:pt x="2632595" y="106679"/>
                </a:lnTo>
                <a:lnTo>
                  <a:pt x="2659335" y="106679"/>
                </a:lnTo>
                <a:lnTo>
                  <a:pt x="2660891" y="113029"/>
                </a:lnTo>
                <a:lnTo>
                  <a:pt x="2662593" y="119379"/>
                </a:lnTo>
                <a:lnTo>
                  <a:pt x="2662720" y="120650"/>
                </a:lnTo>
                <a:lnTo>
                  <a:pt x="2663451" y="124460"/>
                </a:lnTo>
                <a:lnTo>
                  <a:pt x="2637713" y="124460"/>
                </a:lnTo>
                <a:lnTo>
                  <a:pt x="2637922" y="125718"/>
                </a:lnTo>
                <a:lnTo>
                  <a:pt x="2663693" y="125718"/>
                </a:lnTo>
                <a:lnTo>
                  <a:pt x="2663869" y="126637"/>
                </a:lnTo>
                <a:lnTo>
                  <a:pt x="2663939" y="127000"/>
                </a:lnTo>
                <a:lnTo>
                  <a:pt x="2664917" y="134620"/>
                </a:lnTo>
                <a:lnTo>
                  <a:pt x="2664980" y="135889"/>
                </a:lnTo>
                <a:lnTo>
                  <a:pt x="2665514" y="142239"/>
                </a:lnTo>
                <a:lnTo>
                  <a:pt x="2665730" y="149860"/>
                </a:lnTo>
                <a:lnTo>
                  <a:pt x="2665730" y="704850"/>
                </a:lnTo>
                <a:lnTo>
                  <a:pt x="2662593" y="735330"/>
                </a:lnTo>
                <a:lnTo>
                  <a:pt x="2662309" y="736600"/>
                </a:lnTo>
                <a:close/>
              </a:path>
              <a:path w="2665729" h="855979">
                <a:moveTo>
                  <a:pt x="27892" y="125718"/>
                </a:moveTo>
                <a:lnTo>
                  <a:pt x="28016" y="124460"/>
                </a:lnTo>
                <a:lnTo>
                  <a:pt x="28199" y="124460"/>
                </a:lnTo>
                <a:lnTo>
                  <a:pt x="27892" y="125718"/>
                </a:lnTo>
                <a:close/>
              </a:path>
              <a:path w="2665729" h="855979">
                <a:moveTo>
                  <a:pt x="28485" y="732692"/>
                </a:moveTo>
                <a:lnTo>
                  <a:pt x="27889" y="730250"/>
                </a:lnTo>
                <a:lnTo>
                  <a:pt x="28016" y="730250"/>
                </a:lnTo>
                <a:lnTo>
                  <a:pt x="28485" y="732692"/>
                </a:lnTo>
                <a:close/>
              </a:path>
              <a:path w="2665729" h="855979">
                <a:moveTo>
                  <a:pt x="29584" y="736600"/>
                </a:moveTo>
                <a:lnTo>
                  <a:pt x="29438" y="736600"/>
                </a:lnTo>
                <a:lnTo>
                  <a:pt x="29273" y="735330"/>
                </a:lnTo>
                <a:lnTo>
                  <a:pt x="29584" y="736600"/>
                </a:lnTo>
                <a:close/>
              </a:path>
              <a:path w="2665729" h="855979">
                <a:moveTo>
                  <a:pt x="2660891" y="742950"/>
                </a:moveTo>
                <a:lnTo>
                  <a:pt x="2634589" y="742950"/>
                </a:lnTo>
                <a:lnTo>
                  <a:pt x="2636456" y="735330"/>
                </a:lnTo>
                <a:lnTo>
                  <a:pt x="2636291" y="736600"/>
                </a:lnTo>
                <a:lnTo>
                  <a:pt x="2662309" y="736600"/>
                </a:lnTo>
                <a:lnTo>
                  <a:pt x="2660891" y="742950"/>
                </a:lnTo>
                <a:close/>
              </a:path>
              <a:path w="2665729" h="855979">
                <a:moveTo>
                  <a:pt x="31172" y="742292"/>
                </a:moveTo>
                <a:lnTo>
                  <a:pt x="30836" y="741710"/>
                </a:lnTo>
                <a:lnTo>
                  <a:pt x="30492" y="740305"/>
                </a:lnTo>
                <a:lnTo>
                  <a:pt x="31172" y="742292"/>
                </a:lnTo>
                <a:close/>
              </a:path>
              <a:path w="2665729" h="855979">
                <a:moveTo>
                  <a:pt x="2657441" y="754380"/>
                </a:moveTo>
                <a:lnTo>
                  <a:pt x="2630335" y="754380"/>
                </a:lnTo>
                <a:lnTo>
                  <a:pt x="2632811" y="748030"/>
                </a:lnTo>
                <a:lnTo>
                  <a:pt x="2632595" y="748030"/>
                </a:lnTo>
                <a:lnTo>
                  <a:pt x="2635237" y="740305"/>
                </a:lnTo>
                <a:lnTo>
                  <a:pt x="2634589" y="742950"/>
                </a:lnTo>
                <a:lnTo>
                  <a:pt x="2660891" y="742950"/>
                </a:lnTo>
                <a:lnTo>
                  <a:pt x="2659024" y="749300"/>
                </a:lnTo>
                <a:lnTo>
                  <a:pt x="2657441" y="754380"/>
                </a:lnTo>
                <a:close/>
              </a:path>
              <a:path w="2665729" h="855979">
                <a:moveTo>
                  <a:pt x="31396" y="742950"/>
                </a:moveTo>
                <a:lnTo>
                  <a:pt x="31140" y="742950"/>
                </a:lnTo>
                <a:lnTo>
                  <a:pt x="31048" y="742292"/>
                </a:lnTo>
                <a:lnTo>
                  <a:pt x="31396" y="742950"/>
                </a:lnTo>
                <a:close/>
              </a:path>
              <a:path w="2665729" h="855979">
                <a:moveTo>
                  <a:pt x="35709" y="754380"/>
                </a:moveTo>
                <a:lnTo>
                  <a:pt x="35394" y="754380"/>
                </a:lnTo>
                <a:lnTo>
                  <a:pt x="35153" y="753110"/>
                </a:lnTo>
                <a:lnTo>
                  <a:pt x="35709" y="754380"/>
                </a:lnTo>
                <a:close/>
              </a:path>
              <a:path w="2665729" h="855979">
                <a:moveTo>
                  <a:pt x="2639720" y="789939"/>
                </a:moveTo>
                <a:lnTo>
                  <a:pt x="2607449" y="789939"/>
                </a:lnTo>
                <a:lnTo>
                  <a:pt x="2611805" y="784860"/>
                </a:lnTo>
                <a:lnTo>
                  <a:pt x="2611412" y="784860"/>
                </a:lnTo>
                <a:lnTo>
                  <a:pt x="2615526" y="779780"/>
                </a:lnTo>
                <a:lnTo>
                  <a:pt x="2615158" y="779780"/>
                </a:lnTo>
                <a:lnTo>
                  <a:pt x="2619019" y="774700"/>
                </a:lnTo>
                <a:lnTo>
                  <a:pt x="2618676" y="774700"/>
                </a:lnTo>
                <a:lnTo>
                  <a:pt x="2622283" y="769619"/>
                </a:lnTo>
                <a:lnTo>
                  <a:pt x="2621965" y="769619"/>
                </a:lnTo>
                <a:lnTo>
                  <a:pt x="2625305" y="764539"/>
                </a:lnTo>
                <a:lnTo>
                  <a:pt x="2625013" y="764539"/>
                </a:lnTo>
                <a:lnTo>
                  <a:pt x="2628061" y="759460"/>
                </a:lnTo>
                <a:lnTo>
                  <a:pt x="2627795" y="759460"/>
                </a:lnTo>
                <a:lnTo>
                  <a:pt x="2630576" y="753110"/>
                </a:lnTo>
                <a:lnTo>
                  <a:pt x="2630335" y="754380"/>
                </a:lnTo>
                <a:lnTo>
                  <a:pt x="2657441" y="754380"/>
                </a:lnTo>
                <a:lnTo>
                  <a:pt x="2656649" y="756919"/>
                </a:lnTo>
                <a:lnTo>
                  <a:pt x="2653715" y="763269"/>
                </a:lnTo>
                <a:lnTo>
                  <a:pt x="2650680" y="770889"/>
                </a:lnTo>
                <a:lnTo>
                  <a:pt x="2647327" y="777239"/>
                </a:lnTo>
                <a:lnTo>
                  <a:pt x="2643987" y="782319"/>
                </a:lnTo>
                <a:lnTo>
                  <a:pt x="2640063" y="788669"/>
                </a:lnTo>
                <a:lnTo>
                  <a:pt x="2639720" y="789939"/>
                </a:lnTo>
                <a:close/>
              </a:path>
              <a:path w="2665729" h="855979">
                <a:moveTo>
                  <a:pt x="59020" y="789939"/>
                </a:moveTo>
                <a:lnTo>
                  <a:pt x="58280" y="789939"/>
                </a:lnTo>
                <a:lnTo>
                  <a:pt x="57873" y="788669"/>
                </a:lnTo>
                <a:lnTo>
                  <a:pt x="59020" y="789939"/>
                </a:lnTo>
                <a:close/>
              </a:path>
              <a:path w="2665729" h="855979">
                <a:moveTo>
                  <a:pt x="2620025" y="812800"/>
                </a:moveTo>
                <a:lnTo>
                  <a:pt x="2579484" y="812800"/>
                </a:lnTo>
                <a:lnTo>
                  <a:pt x="2585110" y="808989"/>
                </a:lnTo>
                <a:lnTo>
                  <a:pt x="2584602" y="808989"/>
                </a:lnTo>
                <a:lnTo>
                  <a:pt x="2590025" y="805180"/>
                </a:lnTo>
                <a:lnTo>
                  <a:pt x="2589542" y="805180"/>
                </a:lnTo>
                <a:lnTo>
                  <a:pt x="2594775" y="801369"/>
                </a:lnTo>
                <a:lnTo>
                  <a:pt x="2594305" y="801369"/>
                </a:lnTo>
                <a:lnTo>
                  <a:pt x="2599334" y="797560"/>
                </a:lnTo>
                <a:lnTo>
                  <a:pt x="2598889" y="797560"/>
                </a:lnTo>
                <a:lnTo>
                  <a:pt x="2603690" y="793750"/>
                </a:lnTo>
                <a:lnTo>
                  <a:pt x="2603271" y="793750"/>
                </a:lnTo>
                <a:lnTo>
                  <a:pt x="2607856" y="788669"/>
                </a:lnTo>
                <a:lnTo>
                  <a:pt x="2607449" y="789939"/>
                </a:lnTo>
                <a:lnTo>
                  <a:pt x="2639720" y="789939"/>
                </a:lnTo>
                <a:lnTo>
                  <a:pt x="2635504" y="795019"/>
                </a:lnTo>
                <a:lnTo>
                  <a:pt x="2631389" y="800100"/>
                </a:lnTo>
                <a:lnTo>
                  <a:pt x="2626652" y="806450"/>
                </a:lnTo>
                <a:lnTo>
                  <a:pt x="2621648" y="811530"/>
                </a:lnTo>
                <a:lnTo>
                  <a:pt x="2621229" y="811530"/>
                </a:lnTo>
                <a:lnTo>
                  <a:pt x="2620025" y="812800"/>
                </a:lnTo>
                <a:close/>
              </a:path>
              <a:path w="2665729" h="855979">
                <a:moveTo>
                  <a:pt x="87655" y="812800"/>
                </a:moveTo>
                <a:lnTo>
                  <a:pt x="86245" y="812800"/>
                </a:lnTo>
                <a:lnTo>
                  <a:pt x="85725" y="811530"/>
                </a:lnTo>
                <a:lnTo>
                  <a:pt x="87655" y="812800"/>
                </a:lnTo>
                <a:close/>
              </a:path>
              <a:path w="2665729" h="855979">
                <a:moveTo>
                  <a:pt x="2604757" y="825500"/>
                </a:moveTo>
                <a:lnTo>
                  <a:pt x="2551633" y="825500"/>
                </a:lnTo>
                <a:lnTo>
                  <a:pt x="2558072" y="822960"/>
                </a:lnTo>
                <a:lnTo>
                  <a:pt x="2557487" y="822960"/>
                </a:lnTo>
                <a:lnTo>
                  <a:pt x="2563774" y="820419"/>
                </a:lnTo>
                <a:lnTo>
                  <a:pt x="2563202" y="820419"/>
                </a:lnTo>
                <a:lnTo>
                  <a:pt x="2569337" y="817880"/>
                </a:lnTo>
                <a:lnTo>
                  <a:pt x="2568778" y="817880"/>
                </a:lnTo>
                <a:lnTo>
                  <a:pt x="2574747" y="815339"/>
                </a:lnTo>
                <a:lnTo>
                  <a:pt x="2574213" y="815339"/>
                </a:lnTo>
                <a:lnTo>
                  <a:pt x="2580005" y="811530"/>
                </a:lnTo>
                <a:lnTo>
                  <a:pt x="2579484" y="812800"/>
                </a:lnTo>
                <a:lnTo>
                  <a:pt x="2620025" y="812800"/>
                </a:lnTo>
                <a:lnTo>
                  <a:pt x="2616415" y="816610"/>
                </a:lnTo>
                <a:lnTo>
                  <a:pt x="2610472" y="821689"/>
                </a:lnTo>
                <a:lnTo>
                  <a:pt x="2604757" y="825500"/>
                </a:lnTo>
                <a:close/>
              </a:path>
              <a:path w="2665729" h="855979">
                <a:moveTo>
                  <a:pt x="116776" y="825500"/>
                </a:moveTo>
                <a:lnTo>
                  <a:pt x="114096" y="825500"/>
                </a:lnTo>
                <a:lnTo>
                  <a:pt x="113487" y="824230"/>
                </a:lnTo>
                <a:lnTo>
                  <a:pt x="116776" y="825500"/>
                </a:lnTo>
                <a:close/>
              </a:path>
              <a:path w="2665729" h="855979">
                <a:moveTo>
                  <a:pt x="2598813" y="830580"/>
                </a:moveTo>
                <a:lnTo>
                  <a:pt x="2520683" y="830580"/>
                </a:lnTo>
                <a:lnTo>
                  <a:pt x="2527719" y="829310"/>
                </a:lnTo>
                <a:lnTo>
                  <a:pt x="2533383" y="829310"/>
                </a:lnTo>
                <a:lnTo>
                  <a:pt x="2540203" y="828039"/>
                </a:lnTo>
                <a:lnTo>
                  <a:pt x="2539580" y="828039"/>
                </a:lnTo>
                <a:lnTo>
                  <a:pt x="2546273" y="826769"/>
                </a:lnTo>
                <a:lnTo>
                  <a:pt x="2545664" y="826769"/>
                </a:lnTo>
                <a:lnTo>
                  <a:pt x="2552242" y="824230"/>
                </a:lnTo>
                <a:lnTo>
                  <a:pt x="2551633" y="825500"/>
                </a:lnTo>
                <a:lnTo>
                  <a:pt x="2604757" y="825500"/>
                </a:lnTo>
                <a:lnTo>
                  <a:pt x="2599321" y="829310"/>
                </a:lnTo>
                <a:lnTo>
                  <a:pt x="2598813" y="830580"/>
                </a:lnTo>
                <a:close/>
              </a:path>
              <a:path w="2665729" h="855979">
                <a:moveTo>
                  <a:pt x="2530284" y="854710"/>
                </a:moveTo>
                <a:lnTo>
                  <a:pt x="128511" y="854710"/>
                </a:lnTo>
                <a:lnTo>
                  <a:pt x="127888" y="853439"/>
                </a:lnTo>
                <a:lnTo>
                  <a:pt x="2537841" y="853439"/>
                </a:lnTo>
                <a:lnTo>
                  <a:pt x="2530284" y="854710"/>
                </a:lnTo>
                <a:close/>
              </a:path>
              <a:path w="2665729" h="855979">
                <a:moveTo>
                  <a:pt x="2522613" y="855980"/>
                </a:moveTo>
                <a:lnTo>
                  <a:pt x="143116" y="855980"/>
                </a:lnTo>
                <a:lnTo>
                  <a:pt x="136093" y="854710"/>
                </a:lnTo>
                <a:lnTo>
                  <a:pt x="2529636" y="854710"/>
                </a:lnTo>
                <a:lnTo>
                  <a:pt x="2522613" y="855980"/>
                </a:lnTo>
                <a:close/>
              </a:path>
            </a:pathLst>
          </a:custGeom>
          <a:solidFill>
            <a:srgbClr val="162C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724073" y="6038532"/>
            <a:ext cx="2312670" cy="880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34544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Times New Roman"/>
                <a:cs typeface="Times New Roman"/>
              </a:rPr>
              <a:t>6.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Risk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Classification </a:t>
            </a:r>
            <a:r>
              <a:rPr dirty="0" sz="1400">
                <a:latin typeface="Times New Roman"/>
                <a:cs typeface="Times New Roman"/>
              </a:rPr>
              <a:t>Classify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software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module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Medium,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Low</a:t>
            </a:r>
            <a:r>
              <a:rPr dirty="0" sz="1400" spc="-20">
                <a:latin typeface="Times New Roman"/>
                <a:cs typeface="Times New Roman"/>
              </a:rPr>
              <a:t> risk</a:t>
            </a:r>
            <a:endParaRPr sz="1400">
              <a:latin typeface="Times New Roman"/>
              <a:cs typeface="Times New Roman"/>
            </a:endParaRPr>
          </a:p>
          <a:p>
            <a:pPr marL="774065">
              <a:lnSpc>
                <a:spcPct val="100000"/>
              </a:lnSpc>
            </a:pPr>
            <a:r>
              <a:rPr dirty="0" sz="1400" spc="-10">
                <a:latin typeface="Times New Roman"/>
                <a:cs typeface="Times New Roman"/>
              </a:rPr>
              <a:t>categories.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88275" y="6060440"/>
            <a:ext cx="3061970" cy="855980"/>
          </a:xfrm>
          <a:custGeom>
            <a:avLst/>
            <a:gdLst/>
            <a:ahLst/>
            <a:cxnLst/>
            <a:rect l="l" t="t" r="r" b="b"/>
            <a:pathLst>
              <a:path w="3061970" h="855979">
                <a:moveTo>
                  <a:pt x="2940888" y="2539"/>
                </a:moveTo>
                <a:lnTo>
                  <a:pt x="121081" y="2539"/>
                </a:lnTo>
                <a:lnTo>
                  <a:pt x="127901" y="1270"/>
                </a:lnTo>
                <a:lnTo>
                  <a:pt x="135470" y="0"/>
                </a:lnTo>
                <a:lnTo>
                  <a:pt x="2926499" y="0"/>
                </a:lnTo>
                <a:lnTo>
                  <a:pt x="2933433" y="1270"/>
                </a:lnTo>
                <a:lnTo>
                  <a:pt x="2934068" y="1270"/>
                </a:lnTo>
                <a:lnTo>
                  <a:pt x="2940888" y="2539"/>
                </a:lnTo>
                <a:close/>
              </a:path>
              <a:path w="3061970" h="855979">
                <a:moveTo>
                  <a:pt x="2955391" y="6350"/>
                </a:moveTo>
                <a:lnTo>
                  <a:pt x="106578" y="6350"/>
                </a:lnTo>
                <a:lnTo>
                  <a:pt x="113144" y="3810"/>
                </a:lnTo>
                <a:lnTo>
                  <a:pt x="120459" y="2539"/>
                </a:lnTo>
                <a:lnTo>
                  <a:pt x="2941510" y="2539"/>
                </a:lnTo>
                <a:lnTo>
                  <a:pt x="2948825" y="3810"/>
                </a:lnTo>
                <a:lnTo>
                  <a:pt x="2955391" y="6350"/>
                </a:lnTo>
                <a:close/>
              </a:path>
              <a:path w="3061970" h="855979">
                <a:moveTo>
                  <a:pt x="2995041" y="25400"/>
                </a:moveTo>
                <a:lnTo>
                  <a:pt x="66928" y="25400"/>
                </a:lnTo>
                <a:lnTo>
                  <a:pt x="72542" y="21589"/>
                </a:lnTo>
                <a:lnTo>
                  <a:pt x="78867" y="17779"/>
                </a:lnTo>
                <a:lnTo>
                  <a:pt x="85940" y="13970"/>
                </a:lnTo>
                <a:lnTo>
                  <a:pt x="92075" y="11429"/>
                </a:lnTo>
                <a:lnTo>
                  <a:pt x="98945" y="8889"/>
                </a:lnTo>
                <a:lnTo>
                  <a:pt x="99529" y="8889"/>
                </a:lnTo>
                <a:lnTo>
                  <a:pt x="105968" y="6350"/>
                </a:lnTo>
                <a:lnTo>
                  <a:pt x="2956001" y="6350"/>
                </a:lnTo>
                <a:lnTo>
                  <a:pt x="2962440" y="8889"/>
                </a:lnTo>
                <a:lnTo>
                  <a:pt x="2969310" y="11429"/>
                </a:lnTo>
                <a:lnTo>
                  <a:pt x="2969882" y="11429"/>
                </a:lnTo>
                <a:lnTo>
                  <a:pt x="2976029" y="13970"/>
                </a:lnTo>
                <a:lnTo>
                  <a:pt x="2983103" y="17779"/>
                </a:lnTo>
                <a:lnTo>
                  <a:pt x="2989427" y="21589"/>
                </a:lnTo>
                <a:lnTo>
                  <a:pt x="2995041" y="25400"/>
                </a:lnTo>
                <a:close/>
              </a:path>
              <a:path w="3061970" h="855979">
                <a:moveTo>
                  <a:pt x="57886" y="66039"/>
                </a:moveTo>
                <a:lnTo>
                  <a:pt x="26009" y="66039"/>
                </a:lnTo>
                <a:lnTo>
                  <a:pt x="29870" y="60960"/>
                </a:lnTo>
                <a:lnTo>
                  <a:pt x="34734" y="54610"/>
                </a:lnTo>
                <a:lnTo>
                  <a:pt x="39090" y="49529"/>
                </a:lnTo>
                <a:lnTo>
                  <a:pt x="44081" y="44450"/>
                </a:lnTo>
                <a:lnTo>
                  <a:pt x="44513" y="43179"/>
                </a:lnTo>
                <a:lnTo>
                  <a:pt x="49771" y="38100"/>
                </a:lnTo>
                <a:lnTo>
                  <a:pt x="54800" y="34289"/>
                </a:lnTo>
                <a:lnTo>
                  <a:pt x="60985" y="29210"/>
                </a:lnTo>
                <a:lnTo>
                  <a:pt x="66421" y="25400"/>
                </a:lnTo>
                <a:lnTo>
                  <a:pt x="138671" y="25400"/>
                </a:lnTo>
                <a:lnTo>
                  <a:pt x="131737" y="26670"/>
                </a:lnTo>
                <a:lnTo>
                  <a:pt x="126174" y="26670"/>
                </a:lnTo>
                <a:lnTo>
                  <a:pt x="118822" y="29454"/>
                </a:lnTo>
                <a:lnTo>
                  <a:pt x="114681" y="30254"/>
                </a:lnTo>
                <a:lnTo>
                  <a:pt x="110890" y="31750"/>
                </a:lnTo>
                <a:lnTo>
                  <a:pt x="108267" y="31750"/>
                </a:lnTo>
                <a:lnTo>
                  <a:pt x="101968" y="34289"/>
                </a:lnTo>
                <a:lnTo>
                  <a:pt x="102539" y="34289"/>
                </a:lnTo>
                <a:lnTo>
                  <a:pt x="96405" y="36829"/>
                </a:lnTo>
                <a:lnTo>
                  <a:pt x="96964" y="36829"/>
                </a:lnTo>
                <a:lnTo>
                  <a:pt x="92985" y="39370"/>
                </a:lnTo>
                <a:lnTo>
                  <a:pt x="91528" y="39370"/>
                </a:lnTo>
                <a:lnTo>
                  <a:pt x="85737" y="43179"/>
                </a:lnTo>
                <a:lnTo>
                  <a:pt x="86258" y="43179"/>
                </a:lnTo>
                <a:lnTo>
                  <a:pt x="82507" y="45720"/>
                </a:lnTo>
                <a:lnTo>
                  <a:pt x="81140" y="45720"/>
                </a:lnTo>
                <a:lnTo>
                  <a:pt x="75704" y="49529"/>
                </a:lnTo>
                <a:lnTo>
                  <a:pt x="76200" y="49529"/>
                </a:lnTo>
                <a:lnTo>
                  <a:pt x="70967" y="53339"/>
                </a:lnTo>
                <a:lnTo>
                  <a:pt x="71424" y="53339"/>
                </a:lnTo>
                <a:lnTo>
                  <a:pt x="66408" y="57150"/>
                </a:lnTo>
                <a:lnTo>
                  <a:pt x="66852" y="57150"/>
                </a:lnTo>
                <a:lnTo>
                  <a:pt x="63242" y="60960"/>
                </a:lnTo>
                <a:lnTo>
                  <a:pt x="62471" y="60960"/>
                </a:lnTo>
                <a:lnTo>
                  <a:pt x="57886" y="66039"/>
                </a:lnTo>
                <a:close/>
              </a:path>
              <a:path w="3061970" h="855979">
                <a:moveTo>
                  <a:pt x="2954299" y="33020"/>
                </a:moveTo>
                <a:lnTo>
                  <a:pt x="2947288" y="30254"/>
                </a:lnTo>
                <a:lnTo>
                  <a:pt x="2943147" y="29454"/>
                </a:lnTo>
                <a:lnTo>
                  <a:pt x="2935795" y="26670"/>
                </a:lnTo>
                <a:lnTo>
                  <a:pt x="2930232" y="26670"/>
                </a:lnTo>
                <a:lnTo>
                  <a:pt x="2923298" y="25400"/>
                </a:lnTo>
                <a:lnTo>
                  <a:pt x="2995549" y="25400"/>
                </a:lnTo>
                <a:lnTo>
                  <a:pt x="3000984" y="29210"/>
                </a:lnTo>
                <a:lnTo>
                  <a:pt x="3004077" y="31750"/>
                </a:lnTo>
                <a:lnTo>
                  <a:pt x="2953702" y="31750"/>
                </a:lnTo>
                <a:lnTo>
                  <a:pt x="2954299" y="33020"/>
                </a:lnTo>
                <a:close/>
              </a:path>
              <a:path w="3061970" h="855979">
                <a:moveTo>
                  <a:pt x="125552" y="27939"/>
                </a:moveTo>
                <a:lnTo>
                  <a:pt x="126174" y="26670"/>
                </a:lnTo>
                <a:lnTo>
                  <a:pt x="132372" y="26670"/>
                </a:lnTo>
                <a:lnTo>
                  <a:pt x="125552" y="27939"/>
                </a:lnTo>
                <a:close/>
              </a:path>
              <a:path w="3061970" h="855979">
                <a:moveTo>
                  <a:pt x="2936417" y="27939"/>
                </a:moveTo>
                <a:lnTo>
                  <a:pt x="2929597" y="26670"/>
                </a:lnTo>
                <a:lnTo>
                  <a:pt x="2935795" y="26670"/>
                </a:lnTo>
                <a:lnTo>
                  <a:pt x="2936417" y="27939"/>
                </a:lnTo>
                <a:close/>
              </a:path>
              <a:path w="3061970" h="855979">
                <a:moveTo>
                  <a:pt x="107670" y="33020"/>
                </a:moveTo>
                <a:lnTo>
                  <a:pt x="108267" y="31750"/>
                </a:lnTo>
                <a:lnTo>
                  <a:pt x="110890" y="31750"/>
                </a:lnTo>
                <a:lnTo>
                  <a:pt x="107670" y="33020"/>
                </a:lnTo>
                <a:close/>
              </a:path>
              <a:path w="3061970" h="855979">
                <a:moveTo>
                  <a:pt x="2970974" y="40639"/>
                </a:moveTo>
                <a:lnTo>
                  <a:pt x="2965005" y="36829"/>
                </a:lnTo>
                <a:lnTo>
                  <a:pt x="2965564" y="36829"/>
                </a:lnTo>
                <a:lnTo>
                  <a:pt x="2959430" y="34289"/>
                </a:lnTo>
                <a:lnTo>
                  <a:pt x="2960001" y="34289"/>
                </a:lnTo>
                <a:lnTo>
                  <a:pt x="2953702" y="31750"/>
                </a:lnTo>
                <a:lnTo>
                  <a:pt x="3004077" y="31750"/>
                </a:lnTo>
                <a:lnTo>
                  <a:pt x="3007169" y="34289"/>
                </a:lnTo>
                <a:lnTo>
                  <a:pt x="3012198" y="38100"/>
                </a:lnTo>
                <a:lnTo>
                  <a:pt x="3013513" y="39370"/>
                </a:lnTo>
                <a:lnTo>
                  <a:pt x="2970441" y="39370"/>
                </a:lnTo>
                <a:lnTo>
                  <a:pt x="2970974" y="40639"/>
                </a:lnTo>
                <a:close/>
              </a:path>
              <a:path w="3061970" h="855979">
                <a:moveTo>
                  <a:pt x="90995" y="40639"/>
                </a:moveTo>
                <a:lnTo>
                  <a:pt x="91528" y="39370"/>
                </a:lnTo>
                <a:lnTo>
                  <a:pt x="92985" y="39370"/>
                </a:lnTo>
                <a:lnTo>
                  <a:pt x="90995" y="40639"/>
                </a:lnTo>
                <a:close/>
              </a:path>
              <a:path w="3061970" h="855979">
                <a:moveTo>
                  <a:pt x="2981337" y="46989"/>
                </a:moveTo>
                <a:lnTo>
                  <a:pt x="2975711" y="43179"/>
                </a:lnTo>
                <a:lnTo>
                  <a:pt x="2976232" y="43179"/>
                </a:lnTo>
                <a:lnTo>
                  <a:pt x="2970441" y="39370"/>
                </a:lnTo>
                <a:lnTo>
                  <a:pt x="3013513" y="39370"/>
                </a:lnTo>
                <a:lnTo>
                  <a:pt x="3017456" y="43179"/>
                </a:lnTo>
                <a:lnTo>
                  <a:pt x="3017888" y="44450"/>
                </a:lnTo>
                <a:lnTo>
                  <a:pt x="3019136" y="45720"/>
                </a:lnTo>
                <a:lnTo>
                  <a:pt x="2980829" y="45720"/>
                </a:lnTo>
                <a:lnTo>
                  <a:pt x="2981337" y="46989"/>
                </a:lnTo>
                <a:close/>
              </a:path>
              <a:path w="3061970" h="855979">
                <a:moveTo>
                  <a:pt x="80632" y="46989"/>
                </a:moveTo>
                <a:lnTo>
                  <a:pt x="81140" y="45720"/>
                </a:lnTo>
                <a:lnTo>
                  <a:pt x="82507" y="45720"/>
                </a:lnTo>
                <a:lnTo>
                  <a:pt x="80632" y="46989"/>
                </a:lnTo>
                <a:close/>
              </a:path>
              <a:path w="3061970" h="855979">
                <a:moveTo>
                  <a:pt x="2999930" y="62229"/>
                </a:moveTo>
                <a:lnTo>
                  <a:pt x="2995117" y="57150"/>
                </a:lnTo>
                <a:lnTo>
                  <a:pt x="2995561" y="57150"/>
                </a:lnTo>
                <a:lnTo>
                  <a:pt x="2990545" y="53339"/>
                </a:lnTo>
                <a:lnTo>
                  <a:pt x="2991002" y="53339"/>
                </a:lnTo>
                <a:lnTo>
                  <a:pt x="2985770" y="49529"/>
                </a:lnTo>
                <a:lnTo>
                  <a:pt x="2986265" y="49529"/>
                </a:lnTo>
                <a:lnTo>
                  <a:pt x="2980829" y="45720"/>
                </a:lnTo>
                <a:lnTo>
                  <a:pt x="3019136" y="45720"/>
                </a:lnTo>
                <a:lnTo>
                  <a:pt x="3022879" y="49529"/>
                </a:lnTo>
                <a:lnTo>
                  <a:pt x="3027235" y="54610"/>
                </a:lnTo>
                <a:lnTo>
                  <a:pt x="3032099" y="60960"/>
                </a:lnTo>
                <a:lnTo>
                  <a:pt x="2999498" y="60960"/>
                </a:lnTo>
                <a:lnTo>
                  <a:pt x="2999930" y="62229"/>
                </a:lnTo>
                <a:close/>
              </a:path>
              <a:path w="3061970" h="855979">
                <a:moveTo>
                  <a:pt x="62039" y="62229"/>
                </a:moveTo>
                <a:lnTo>
                  <a:pt x="62471" y="60960"/>
                </a:lnTo>
                <a:lnTo>
                  <a:pt x="63242" y="60960"/>
                </a:lnTo>
                <a:lnTo>
                  <a:pt x="62039" y="62229"/>
                </a:lnTo>
                <a:close/>
              </a:path>
              <a:path w="3061970" h="855979">
                <a:moveTo>
                  <a:pt x="3035960" y="66039"/>
                </a:moveTo>
                <a:lnTo>
                  <a:pt x="3004083" y="66039"/>
                </a:lnTo>
                <a:lnTo>
                  <a:pt x="2999498" y="60960"/>
                </a:lnTo>
                <a:lnTo>
                  <a:pt x="3032099" y="60960"/>
                </a:lnTo>
                <a:lnTo>
                  <a:pt x="3035960" y="66039"/>
                </a:lnTo>
                <a:close/>
              </a:path>
              <a:path w="3061970" h="855979">
                <a:moveTo>
                  <a:pt x="138671" y="830580"/>
                </a:moveTo>
                <a:lnTo>
                  <a:pt x="66421" y="830580"/>
                </a:lnTo>
                <a:lnTo>
                  <a:pt x="60985" y="825500"/>
                </a:lnTo>
                <a:lnTo>
                  <a:pt x="54800" y="821689"/>
                </a:lnTo>
                <a:lnTo>
                  <a:pt x="49771" y="816610"/>
                </a:lnTo>
                <a:lnTo>
                  <a:pt x="44513" y="811530"/>
                </a:lnTo>
                <a:lnTo>
                  <a:pt x="44081" y="811530"/>
                </a:lnTo>
                <a:lnTo>
                  <a:pt x="39090" y="806450"/>
                </a:lnTo>
                <a:lnTo>
                  <a:pt x="34734" y="801369"/>
                </a:lnTo>
                <a:lnTo>
                  <a:pt x="29870" y="795019"/>
                </a:lnTo>
                <a:lnTo>
                  <a:pt x="26009" y="789939"/>
                </a:lnTo>
                <a:lnTo>
                  <a:pt x="25666" y="788669"/>
                </a:lnTo>
                <a:lnTo>
                  <a:pt x="22059" y="783589"/>
                </a:lnTo>
                <a:lnTo>
                  <a:pt x="18415" y="777239"/>
                </a:lnTo>
                <a:lnTo>
                  <a:pt x="14782" y="769619"/>
                </a:lnTo>
                <a:lnTo>
                  <a:pt x="12014" y="763269"/>
                </a:lnTo>
                <a:lnTo>
                  <a:pt x="11772" y="763269"/>
                </a:lnTo>
                <a:lnTo>
                  <a:pt x="9080" y="756919"/>
                </a:lnTo>
                <a:lnTo>
                  <a:pt x="6896" y="750569"/>
                </a:lnTo>
                <a:lnTo>
                  <a:pt x="6705" y="749300"/>
                </a:lnTo>
                <a:lnTo>
                  <a:pt x="4838" y="742950"/>
                </a:lnTo>
                <a:lnTo>
                  <a:pt x="0" y="704850"/>
                </a:lnTo>
                <a:lnTo>
                  <a:pt x="0" y="149860"/>
                </a:lnTo>
                <a:lnTo>
                  <a:pt x="152" y="144779"/>
                </a:lnTo>
                <a:lnTo>
                  <a:pt x="215" y="142239"/>
                </a:lnTo>
                <a:lnTo>
                  <a:pt x="500" y="138853"/>
                </a:lnTo>
                <a:lnTo>
                  <a:pt x="536" y="138428"/>
                </a:lnTo>
                <a:lnTo>
                  <a:pt x="641" y="137169"/>
                </a:lnTo>
                <a:lnTo>
                  <a:pt x="749" y="135889"/>
                </a:lnTo>
                <a:lnTo>
                  <a:pt x="812" y="134620"/>
                </a:lnTo>
                <a:lnTo>
                  <a:pt x="1701" y="128270"/>
                </a:lnTo>
                <a:lnTo>
                  <a:pt x="1790" y="127000"/>
                </a:lnTo>
                <a:lnTo>
                  <a:pt x="3009" y="120650"/>
                </a:lnTo>
                <a:lnTo>
                  <a:pt x="3136" y="119379"/>
                </a:lnTo>
                <a:lnTo>
                  <a:pt x="4838" y="113029"/>
                </a:lnTo>
                <a:lnTo>
                  <a:pt x="22059" y="72389"/>
                </a:lnTo>
                <a:lnTo>
                  <a:pt x="25666" y="66039"/>
                </a:lnTo>
                <a:lnTo>
                  <a:pt x="58293" y="66039"/>
                </a:lnTo>
                <a:lnTo>
                  <a:pt x="55025" y="69850"/>
                </a:lnTo>
                <a:lnTo>
                  <a:pt x="54317" y="69850"/>
                </a:lnTo>
                <a:lnTo>
                  <a:pt x="51026" y="74929"/>
                </a:lnTo>
                <a:lnTo>
                  <a:pt x="50571" y="74929"/>
                </a:lnTo>
                <a:lnTo>
                  <a:pt x="46710" y="80010"/>
                </a:lnTo>
                <a:lnTo>
                  <a:pt x="47053" y="80010"/>
                </a:lnTo>
                <a:lnTo>
                  <a:pt x="43446" y="85089"/>
                </a:lnTo>
                <a:lnTo>
                  <a:pt x="43764" y="85089"/>
                </a:lnTo>
                <a:lnTo>
                  <a:pt x="41102" y="90170"/>
                </a:lnTo>
                <a:lnTo>
                  <a:pt x="40728" y="90170"/>
                </a:lnTo>
                <a:lnTo>
                  <a:pt x="38280" y="95250"/>
                </a:lnTo>
                <a:lnTo>
                  <a:pt x="37934" y="95250"/>
                </a:lnTo>
                <a:lnTo>
                  <a:pt x="35153" y="101600"/>
                </a:lnTo>
                <a:lnTo>
                  <a:pt x="35407" y="101600"/>
                </a:lnTo>
                <a:lnTo>
                  <a:pt x="33416" y="106679"/>
                </a:lnTo>
                <a:lnTo>
                  <a:pt x="33134" y="106679"/>
                </a:lnTo>
                <a:lnTo>
                  <a:pt x="30962" y="113029"/>
                </a:lnTo>
                <a:lnTo>
                  <a:pt x="31140" y="113029"/>
                </a:lnTo>
                <a:lnTo>
                  <a:pt x="29273" y="119379"/>
                </a:lnTo>
                <a:lnTo>
                  <a:pt x="29438" y="119379"/>
                </a:lnTo>
                <a:lnTo>
                  <a:pt x="28199" y="124460"/>
                </a:lnTo>
                <a:lnTo>
                  <a:pt x="28016" y="124460"/>
                </a:lnTo>
                <a:lnTo>
                  <a:pt x="26625" y="133154"/>
                </a:lnTo>
                <a:lnTo>
                  <a:pt x="26004" y="138428"/>
                </a:lnTo>
                <a:lnTo>
                  <a:pt x="25954" y="138853"/>
                </a:lnTo>
                <a:lnTo>
                  <a:pt x="25718" y="142239"/>
                </a:lnTo>
                <a:lnTo>
                  <a:pt x="25629" y="143510"/>
                </a:lnTo>
                <a:lnTo>
                  <a:pt x="25539" y="144779"/>
                </a:lnTo>
                <a:lnTo>
                  <a:pt x="25429" y="149860"/>
                </a:lnTo>
                <a:lnTo>
                  <a:pt x="25400" y="704850"/>
                </a:lnTo>
                <a:lnTo>
                  <a:pt x="25539" y="711200"/>
                </a:lnTo>
                <a:lnTo>
                  <a:pt x="26009" y="717550"/>
                </a:lnTo>
                <a:lnTo>
                  <a:pt x="26797" y="723900"/>
                </a:lnTo>
                <a:lnTo>
                  <a:pt x="27889" y="730250"/>
                </a:lnTo>
                <a:lnTo>
                  <a:pt x="29438" y="736600"/>
                </a:lnTo>
                <a:lnTo>
                  <a:pt x="29584" y="736600"/>
                </a:lnTo>
                <a:lnTo>
                  <a:pt x="31140" y="742950"/>
                </a:lnTo>
                <a:lnTo>
                  <a:pt x="31396" y="742950"/>
                </a:lnTo>
                <a:lnTo>
                  <a:pt x="33134" y="748030"/>
                </a:lnTo>
                <a:lnTo>
                  <a:pt x="32918" y="748030"/>
                </a:lnTo>
                <a:lnTo>
                  <a:pt x="35407" y="754380"/>
                </a:lnTo>
                <a:lnTo>
                  <a:pt x="35709" y="754380"/>
                </a:lnTo>
                <a:lnTo>
                  <a:pt x="37934" y="759460"/>
                </a:lnTo>
                <a:lnTo>
                  <a:pt x="37668" y="759460"/>
                </a:lnTo>
                <a:lnTo>
                  <a:pt x="40728" y="764539"/>
                </a:lnTo>
                <a:lnTo>
                  <a:pt x="40436" y="764539"/>
                </a:lnTo>
                <a:lnTo>
                  <a:pt x="43764" y="769619"/>
                </a:lnTo>
                <a:lnTo>
                  <a:pt x="43446" y="769619"/>
                </a:lnTo>
                <a:lnTo>
                  <a:pt x="47053" y="775969"/>
                </a:lnTo>
                <a:lnTo>
                  <a:pt x="47675" y="775969"/>
                </a:lnTo>
                <a:lnTo>
                  <a:pt x="50571" y="779780"/>
                </a:lnTo>
                <a:lnTo>
                  <a:pt x="50203" y="779780"/>
                </a:lnTo>
                <a:lnTo>
                  <a:pt x="54317" y="784860"/>
                </a:lnTo>
                <a:lnTo>
                  <a:pt x="53936" y="784860"/>
                </a:lnTo>
                <a:lnTo>
                  <a:pt x="58293" y="789939"/>
                </a:lnTo>
                <a:lnTo>
                  <a:pt x="59032" y="789939"/>
                </a:lnTo>
                <a:lnTo>
                  <a:pt x="62471" y="793750"/>
                </a:lnTo>
                <a:lnTo>
                  <a:pt x="62039" y="793750"/>
                </a:lnTo>
                <a:lnTo>
                  <a:pt x="66852" y="797560"/>
                </a:lnTo>
                <a:lnTo>
                  <a:pt x="66408" y="797560"/>
                </a:lnTo>
                <a:lnTo>
                  <a:pt x="71424" y="802639"/>
                </a:lnTo>
                <a:lnTo>
                  <a:pt x="72711" y="802639"/>
                </a:lnTo>
                <a:lnTo>
                  <a:pt x="76200" y="805180"/>
                </a:lnTo>
                <a:lnTo>
                  <a:pt x="75704" y="805180"/>
                </a:lnTo>
                <a:lnTo>
                  <a:pt x="81140" y="808989"/>
                </a:lnTo>
                <a:lnTo>
                  <a:pt x="80632" y="808989"/>
                </a:lnTo>
                <a:lnTo>
                  <a:pt x="86258" y="812800"/>
                </a:lnTo>
                <a:lnTo>
                  <a:pt x="85737" y="812800"/>
                </a:lnTo>
                <a:lnTo>
                  <a:pt x="91528" y="815339"/>
                </a:lnTo>
                <a:lnTo>
                  <a:pt x="90995" y="815339"/>
                </a:lnTo>
                <a:lnTo>
                  <a:pt x="96964" y="817880"/>
                </a:lnTo>
                <a:lnTo>
                  <a:pt x="96405" y="817880"/>
                </a:lnTo>
                <a:lnTo>
                  <a:pt x="102539" y="820419"/>
                </a:lnTo>
                <a:lnTo>
                  <a:pt x="101968" y="820419"/>
                </a:lnTo>
                <a:lnTo>
                  <a:pt x="108267" y="822960"/>
                </a:lnTo>
                <a:lnTo>
                  <a:pt x="107670" y="822960"/>
                </a:lnTo>
                <a:lnTo>
                  <a:pt x="114109" y="825500"/>
                </a:lnTo>
                <a:lnTo>
                  <a:pt x="116801" y="825500"/>
                </a:lnTo>
                <a:lnTo>
                  <a:pt x="120091" y="826769"/>
                </a:lnTo>
                <a:lnTo>
                  <a:pt x="119468" y="826769"/>
                </a:lnTo>
                <a:lnTo>
                  <a:pt x="126174" y="828039"/>
                </a:lnTo>
                <a:lnTo>
                  <a:pt x="125552" y="828039"/>
                </a:lnTo>
                <a:lnTo>
                  <a:pt x="132372" y="829310"/>
                </a:lnTo>
                <a:lnTo>
                  <a:pt x="131737" y="829310"/>
                </a:lnTo>
                <a:lnTo>
                  <a:pt x="138671" y="830580"/>
                </a:lnTo>
                <a:close/>
              </a:path>
              <a:path w="3061970" h="855979">
                <a:moveTo>
                  <a:pt x="3008033" y="71120"/>
                </a:moveTo>
                <a:lnTo>
                  <a:pt x="3003677" y="66039"/>
                </a:lnTo>
                <a:lnTo>
                  <a:pt x="3036303" y="66039"/>
                </a:lnTo>
                <a:lnTo>
                  <a:pt x="3038467" y="69850"/>
                </a:lnTo>
                <a:lnTo>
                  <a:pt x="3007652" y="69850"/>
                </a:lnTo>
                <a:lnTo>
                  <a:pt x="3008033" y="71120"/>
                </a:lnTo>
                <a:close/>
              </a:path>
              <a:path w="3061970" h="855979">
                <a:moveTo>
                  <a:pt x="53936" y="71120"/>
                </a:moveTo>
                <a:lnTo>
                  <a:pt x="54317" y="69850"/>
                </a:lnTo>
                <a:lnTo>
                  <a:pt x="55025" y="69850"/>
                </a:lnTo>
                <a:lnTo>
                  <a:pt x="53936" y="71120"/>
                </a:lnTo>
                <a:close/>
              </a:path>
              <a:path w="3061970" h="855979">
                <a:moveTo>
                  <a:pt x="3011766" y="76200"/>
                </a:moveTo>
                <a:lnTo>
                  <a:pt x="3007652" y="69850"/>
                </a:lnTo>
                <a:lnTo>
                  <a:pt x="3038467" y="69850"/>
                </a:lnTo>
                <a:lnTo>
                  <a:pt x="3041368" y="74929"/>
                </a:lnTo>
                <a:lnTo>
                  <a:pt x="3011398" y="74929"/>
                </a:lnTo>
                <a:lnTo>
                  <a:pt x="3011766" y="76200"/>
                </a:lnTo>
                <a:close/>
              </a:path>
              <a:path w="3061970" h="855979">
                <a:moveTo>
                  <a:pt x="50203" y="76200"/>
                </a:moveTo>
                <a:lnTo>
                  <a:pt x="50571" y="74929"/>
                </a:lnTo>
                <a:lnTo>
                  <a:pt x="51026" y="74929"/>
                </a:lnTo>
                <a:lnTo>
                  <a:pt x="50203" y="76200"/>
                </a:lnTo>
                <a:close/>
              </a:path>
              <a:path w="3061970" h="855979">
                <a:moveTo>
                  <a:pt x="3021533" y="91439"/>
                </a:moveTo>
                <a:lnTo>
                  <a:pt x="3018205" y="85089"/>
                </a:lnTo>
                <a:lnTo>
                  <a:pt x="3018523" y="85089"/>
                </a:lnTo>
                <a:lnTo>
                  <a:pt x="3014916" y="80010"/>
                </a:lnTo>
                <a:lnTo>
                  <a:pt x="3015259" y="80010"/>
                </a:lnTo>
                <a:lnTo>
                  <a:pt x="3011398" y="74929"/>
                </a:lnTo>
                <a:lnTo>
                  <a:pt x="3041368" y="74929"/>
                </a:lnTo>
                <a:lnTo>
                  <a:pt x="3043554" y="78739"/>
                </a:lnTo>
                <a:lnTo>
                  <a:pt x="3046907" y="85089"/>
                </a:lnTo>
                <a:lnTo>
                  <a:pt x="3049346" y="90170"/>
                </a:lnTo>
                <a:lnTo>
                  <a:pt x="3021241" y="90170"/>
                </a:lnTo>
                <a:lnTo>
                  <a:pt x="3021533" y="91439"/>
                </a:lnTo>
                <a:close/>
              </a:path>
              <a:path w="3061970" h="855979">
                <a:moveTo>
                  <a:pt x="40436" y="91439"/>
                </a:moveTo>
                <a:lnTo>
                  <a:pt x="40728" y="90170"/>
                </a:lnTo>
                <a:lnTo>
                  <a:pt x="41102" y="90170"/>
                </a:lnTo>
                <a:lnTo>
                  <a:pt x="40436" y="91439"/>
                </a:lnTo>
                <a:close/>
              </a:path>
              <a:path w="3061970" h="855979">
                <a:moveTo>
                  <a:pt x="3024301" y="96520"/>
                </a:moveTo>
                <a:lnTo>
                  <a:pt x="3021241" y="90170"/>
                </a:lnTo>
                <a:lnTo>
                  <a:pt x="3049346" y="90170"/>
                </a:lnTo>
                <a:lnTo>
                  <a:pt x="3049955" y="91439"/>
                </a:lnTo>
                <a:lnTo>
                  <a:pt x="3051586" y="95250"/>
                </a:lnTo>
                <a:lnTo>
                  <a:pt x="3024035" y="95250"/>
                </a:lnTo>
                <a:lnTo>
                  <a:pt x="3024301" y="96520"/>
                </a:lnTo>
                <a:close/>
              </a:path>
              <a:path w="3061970" h="855979">
                <a:moveTo>
                  <a:pt x="37668" y="96520"/>
                </a:moveTo>
                <a:lnTo>
                  <a:pt x="37934" y="95250"/>
                </a:lnTo>
                <a:lnTo>
                  <a:pt x="38280" y="95250"/>
                </a:lnTo>
                <a:lnTo>
                  <a:pt x="37668" y="96520"/>
                </a:lnTo>
                <a:close/>
              </a:path>
              <a:path w="3061970" h="855979">
                <a:moveTo>
                  <a:pt x="3029051" y="107950"/>
                </a:moveTo>
                <a:lnTo>
                  <a:pt x="3026562" y="101600"/>
                </a:lnTo>
                <a:lnTo>
                  <a:pt x="3026816" y="101600"/>
                </a:lnTo>
                <a:lnTo>
                  <a:pt x="3024035" y="95250"/>
                </a:lnTo>
                <a:lnTo>
                  <a:pt x="3051586" y="95250"/>
                </a:lnTo>
                <a:lnTo>
                  <a:pt x="3052673" y="97789"/>
                </a:lnTo>
                <a:lnTo>
                  <a:pt x="3052889" y="99060"/>
                </a:lnTo>
                <a:lnTo>
                  <a:pt x="3055264" y="105410"/>
                </a:lnTo>
                <a:lnTo>
                  <a:pt x="3055575" y="106679"/>
                </a:lnTo>
                <a:lnTo>
                  <a:pt x="3028835" y="106679"/>
                </a:lnTo>
                <a:lnTo>
                  <a:pt x="3029051" y="107950"/>
                </a:lnTo>
                <a:close/>
              </a:path>
              <a:path w="3061970" h="855979">
                <a:moveTo>
                  <a:pt x="32918" y="107950"/>
                </a:moveTo>
                <a:lnTo>
                  <a:pt x="33134" y="106679"/>
                </a:lnTo>
                <a:lnTo>
                  <a:pt x="33416" y="106679"/>
                </a:lnTo>
                <a:lnTo>
                  <a:pt x="32918" y="107950"/>
                </a:lnTo>
                <a:close/>
              </a:path>
              <a:path w="3061970" h="855979">
                <a:moveTo>
                  <a:pt x="3058549" y="736600"/>
                </a:moveTo>
                <a:lnTo>
                  <a:pt x="3032531" y="736600"/>
                </a:lnTo>
                <a:lnTo>
                  <a:pt x="3033953" y="730250"/>
                </a:lnTo>
                <a:lnTo>
                  <a:pt x="3035071" y="723900"/>
                </a:lnTo>
                <a:lnTo>
                  <a:pt x="3035896" y="717550"/>
                </a:lnTo>
                <a:lnTo>
                  <a:pt x="3036293" y="712469"/>
                </a:lnTo>
                <a:lnTo>
                  <a:pt x="3036392" y="711200"/>
                </a:lnTo>
                <a:lnTo>
                  <a:pt x="3036570" y="704850"/>
                </a:lnTo>
                <a:lnTo>
                  <a:pt x="3036540" y="149860"/>
                </a:lnTo>
                <a:lnTo>
                  <a:pt x="3033953" y="124460"/>
                </a:lnTo>
                <a:lnTo>
                  <a:pt x="3033770" y="124460"/>
                </a:lnTo>
                <a:lnTo>
                  <a:pt x="3032531" y="119379"/>
                </a:lnTo>
                <a:lnTo>
                  <a:pt x="3032696" y="119379"/>
                </a:lnTo>
                <a:lnTo>
                  <a:pt x="3030829" y="113029"/>
                </a:lnTo>
                <a:lnTo>
                  <a:pt x="3031007" y="113029"/>
                </a:lnTo>
                <a:lnTo>
                  <a:pt x="3028835" y="106679"/>
                </a:lnTo>
                <a:lnTo>
                  <a:pt x="3055575" y="106679"/>
                </a:lnTo>
                <a:lnTo>
                  <a:pt x="3057131" y="113029"/>
                </a:lnTo>
                <a:lnTo>
                  <a:pt x="3058833" y="119379"/>
                </a:lnTo>
                <a:lnTo>
                  <a:pt x="3058960" y="120650"/>
                </a:lnTo>
                <a:lnTo>
                  <a:pt x="3059691" y="124460"/>
                </a:lnTo>
                <a:lnTo>
                  <a:pt x="3033953" y="124460"/>
                </a:lnTo>
                <a:lnTo>
                  <a:pt x="3034162" y="125718"/>
                </a:lnTo>
                <a:lnTo>
                  <a:pt x="3059933" y="125718"/>
                </a:lnTo>
                <a:lnTo>
                  <a:pt x="3060109" y="126637"/>
                </a:lnTo>
                <a:lnTo>
                  <a:pt x="3060179" y="127000"/>
                </a:lnTo>
                <a:lnTo>
                  <a:pt x="3061157" y="134620"/>
                </a:lnTo>
                <a:lnTo>
                  <a:pt x="3061220" y="135889"/>
                </a:lnTo>
                <a:lnTo>
                  <a:pt x="3061754" y="142239"/>
                </a:lnTo>
                <a:lnTo>
                  <a:pt x="3061970" y="149860"/>
                </a:lnTo>
                <a:lnTo>
                  <a:pt x="3061970" y="704850"/>
                </a:lnTo>
                <a:lnTo>
                  <a:pt x="3058960" y="735330"/>
                </a:lnTo>
                <a:lnTo>
                  <a:pt x="3058833" y="735330"/>
                </a:lnTo>
                <a:lnTo>
                  <a:pt x="3058549" y="736600"/>
                </a:lnTo>
                <a:close/>
              </a:path>
              <a:path w="3061970" h="855979">
                <a:moveTo>
                  <a:pt x="27892" y="125718"/>
                </a:moveTo>
                <a:lnTo>
                  <a:pt x="28016" y="124460"/>
                </a:lnTo>
                <a:lnTo>
                  <a:pt x="28199" y="124460"/>
                </a:lnTo>
                <a:lnTo>
                  <a:pt x="27892" y="125718"/>
                </a:lnTo>
                <a:close/>
              </a:path>
              <a:path w="3061970" h="855979">
                <a:moveTo>
                  <a:pt x="29584" y="736600"/>
                </a:moveTo>
                <a:lnTo>
                  <a:pt x="29438" y="736600"/>
                </a:lnTo>
                <a:lnTo>
                  <a:pt x="29273" y="735330"/>
                </a:lnTo>
                <a:lnTo>
                  <a:pt x="29584" y="736600"/>
                </a:lnTo>
                <a:close/>
              </a:path>
              <a:path w="3061970" h="855979">
                <a:moveTo>
                  <a:pt x="3057131" y="742950"/>
                </a:moveTo>
                <a:lnTo>
                  <a:pt x="3030829" y="742950"/>
                </a:lnTo>
                <a:lnTo>
                  <a:pt x="3032696" y="735330"/>
                </a:lnTo>
                <a:lnTo>
                  <a:pt x="3032531" y="736600"/>
                </a:lnTo>
                <a:lnTo>
                  <a:pt x="3058549" y="736600"/>
                </a:lnTo>
                <a:lnTo>
                  <a:pt x="3057131" y="742950"/>
                </a:lnTo>
                <a:close/>
              </a:path>
              <a:path w="3061970" h="855979">
                <a:moveTo>
                  <a:pt x="31172" y="742292"/>
                </a:moveTo>
                <a:lnTo>
                  <a:pt x="30836" y="741710"/>
                </a:lnTo>
                <a:lnTo>
                  <a:pt x="30492" y="740305"/>
                </a:lnTo>
                <a:lnTo>
                  <a:pt x="31172" y="742292"/>
                </a:lnTo>
                <a:close/>
              </a:path>
              <a:path w="3061970" h="855979">
                <a:moveTo>
                  <a:pt x="3053763" y="754380"/>
                </a:moveTo>
                <a:lnTo>
                  <a:pt x="3026562" y="754380"/>
                </a:lnTo>
                <a:lnTo>
                  <a:pt x="3029051" y="748030"/>
                </a:lnTo>
                <a:lnTo>
                  <a:pt x="3028835" y="748030"/>
                </a:lnTo>
                <a:lnTo>
                  <a:pt x="3031477" y="740305"/>
                </a:lnTo>
                <a:lnTo>
                  <a:pt x="3030829" y="742950"/>
                </a:lnTo>
                <a:lnTo>
                  <a:pt x="3057131" y="742950"/>
                </a:lnTo>
                <a:lnTo>
                  <a:pt x="3055264" y="749300"/>
                </a:lnTo>
                <a:lnTo>
                  <a:pt x="3055073" y="750569"/>
                </a:lnTo>
                <a:lnTo>
                  <a:pt x="3053763" y="754380"/>
                </a:lnTo>
                <a:close/>
              </a:path>
              <a:path w="3061970" h="855979">
                <a:moveTo>
                  <a:pt x="31396" y="742950"/>
                </a:moveTo>
                <a:lnTo>
                  <a:pt x="31140" y="742950"/>
                </a:lnTo>
                <a:lnTo>
                  <a:pt x="31048" y="742292"/>
                </a:lnTo>
                <a:lnTo>
                  <a:pt x="31396" y="742950"/>
                </a:lnTo>
                <a:close/>
              </a:path>
              <a:path w="3061970" h="855979">
                <a:moveTo>
                  <a:pt x="35709" y="754380"/>
                </a:moveTo>
                <a:lnTo>
                  <a:pt x="35407" y="754380"/>
                </a:lnTo>
                <a:lnTo>
                  <a:pt x="35153" y="753110"/>
                </a:lnTo>
                <a:lnTo>
                  <a:pt x="35709" y="754380"/>
                </a:lnTo>
                <a:close/>
              </a:path>
              <a:path w="3061970" h="855979">
                <a:moveTo>
                  <a:pt x="3044225" y="775969"/>
                </a:moveTo>
                <a:lnTo>
                  <a:pt x="3014916" y="775969"/>
                </a:lnTo>
                <a:lnTo>
                  <a:pt x="3018523" y="769619"/>
                </a:lnTo>
                <a:lnTo>
                  <a:pt x="3018205" y="769619"/>
                </a:lnTo>
                <a:lnTo>
                  <a:pt x="3021533" y="764539"/>
                </a:lnTo>
                <a:lnTo>
                  <a:pt x="3021241" y="764539"/>
                </a:lnTo>
                <a:lnTo>
                  <a:pt x="3024301" y="759460"/>
                </a:lnTo>
                <a:lnTo>
                  <a:pt x="3024035" y="759460"/>
                </a:lnTo>
                <a:lnTo>
                  <a:pt x="3026816" y="753110"/>
                </a:lnTo>
                <a:lnTo>
                  <a:pt x="3026562" y="754380"/>
                </a:lnTo>
                <a:lnTo>
                  <a:pt x="3053763" y="754380"/>
                </a:lnTo>
                <a:lnTo>
                  <a:pt x="3052889" y="756919"/>
                </a:lnTo>
                <a:lnTo>
                  <a:pt x="3050197" y="763269"/>
                </a:lnTo>
                <a:lnTo>
                  <a:pt x="3049955" y="763269"/>
                </a:lnTo>
                <a:lnTo>
                  <a:pt x="3046907" y="770889"/>
                </a:lnTo>
                <a:lnTo>
                  <a:pt x="3044225" y="775969"/>
                </a:lnTo>
                <a:close/>
              </a:path>
              <a:path w="3061970" h="855979">
                <a:moveTo>
                  <a:pt x="47675" y="775969"/>
                </a:moveTo>
                <a:lnTo>
                  <a:pt x="47053" y="775969"/>
                </a:lnTo>
                <a:lnTo>
                  <a:pt x="46710" y="774700"/>
                </a:lnTo>
                <a:lnTo>
                  <a:pt x="47675" y="775969"/>
                </a:lnTo>
                <a:close/>
              </a:path>
              <a:path w="3061970" h="855979">
                <a:moveTo>
                  <a:pt x="3035960" y="789939"/>
                </a:moveTo>
                <a:lnTo>
                  <a:pt x="3003677" y="789939"/>
                </a:lnTo>
                <a:lnTo>
                  <a:pt x="3008033" y="784860"/>
                </a:lnTo>
                <a:lnTo>
                  <a:pt x="3007652" y="784860"/>
                </a:lnTo>
                <a:lnTo>
                  <a:pt x="3011766" y="779780"/>
                </a:lnTo>
                <a:lnTo>
                  <a:pt x="3011398" y="779780"/>
                </a:lnTo>
                <a:lnTo>
                  <a:pt x="3015259" y="774700"/>
                </a:lnTo>
                <a:lnTo>
                  <a:pt x="3014916" y="775969"/>
                </a:lnTo>
                <a:lnTo>
                  <a:pt x="3044225" y="775969"/>
                </a:lnTo>
                <a:lnTo>
                  <a:pt x="3043554" y="777239"/>
                </a:lnTo>
                <a:lnTo>
                  <a:pt x="3039910" y="783589"/>
                </a:lnTo>
                <a:lnTo>
                  <a:pt x="3036303" y="788669"/>
                </a:lnTo>
                <a:lnTo>
                  <a:pt x="3035960" y="789939"/>
                </a:lnTo>
                <a:close/>
              </a:path>
              <a:path w="3061970" h="855979">
                <a:moveTo>
                  <a:pt x="59032" y="789939"/>
                </a:moveTo>
                <a:lnTo>
                  <a:pt x="58293" y="789939"/>
                </a:lnTo>
                <a:lnTo>
                  <a:pt x="57886" y="788669"/>
                </a:lnTo>
                <a:lnTo>
                  <a:pt x="59032" y="789939"/>
                </a:lnTo>
                <a:close/>
              </a:path>
              <a:path w="3061970" h="855979">
                <a:moveTo>
                  <a:pt x="3026146" y="802639"/>
                </a:moveTo>
                <a:lnTo>
                  <a:pt x="2990545" y="802639"/>
                </a:lnTo>
                <a:lnTo>
                  <a:pt x="2995561" y="797560"/>
                </a:lnTo>
                <a:lnTo>
                  <a:pt x="2995117" y="797560"/>
                </a:lnTo>
                <a:lnTo>
                  <a:pt x="2999930" y="793750"/>
                </a:lnTo>
                <a:lnTo>
                  <a:pt x="2999498" y="793750"/>
                </a:lnTo>
                <a:lnTo>
                  <a:pt x="3004083" y="788669"/>
                </a:lnTo>
                <a:lnTo>
                  <a:pt x="3003677" y="789939"/>
                </a:lnTo>
                <a:lnTo>
                  <a:pt x="3035960" y="789939"/>
                </a:lnTo>
                <a:lnTo>
                  <a:pt x="3032099" y="795019"/>
                </a:lnTo>
                <a:lnTo>
                  <a:pt x="3027235" y="801369"/>
                </a:lnTo>
                <a:lnTo>
                  <a:pt x="3026146" y="802639"/>
                </a:lnTo>
                <a:close/>
              </a:path>
              <a:path w="3061970" h="855979">
                <a:moveTo>
                  <a:pt x="72711" y="802639"/>
                </a:moveTo>
                <a:lnTo>
                  <a:pt x="71424" y="802639"/>
                </a:lnTo>
                <a:lnTo>
                  <a:pt x="70967" y="801369"/>
                </a:lnTo>
                <a:lnTo>
                  <a:pt x="72711" y="802639"/>
                </a:lnTo>
                <a:close/>
              </a:path>
              <a:path w="3061970" h="855979">
                <a:moveTo>
                  <a:pt x="3000984" y="825500"/>
                </a:moveTo>
                <a:lnTo>
                  <a:pt x="2947860" y="825500"/>
                </a:lnTo>
                <a:lnTo>
                  <a:pt x="2954299" y="822960"/>
                </a:lnTo>
                <a:lnTo>
                  <a:pt x="2953702" y="822960"/>
                </a:lnTo>
                <a:lnTo>
                  <a:pt x="2960001" y="820419"/>
                </a:lnTo>
                <a:lnTo>
                  <a:pt x="2959430" y="820419"/>
                </a:lnTo>
                <a:lnTo>
                  <a:pt x="2965564" y="817880"/>
                </a:lnTo>
                <a:lnTo>
                  <a:pt x="2965005" y="817880"/>
                </a:lnTo>
                <a:lnTo>
                  <a:pt x="2970974" y="815339"/>
                </a:lnTo>
                <a:lnTo>
                  <a:pt x="2970441" y="815339"/>
                </a:lnTo>
                <a:lnTo>
                  <a:pt x="2976232" y="812800"/>
                </a:lnTo>
                <a:lnTo>
                  <a:pt x="2975711" y="812800"/>
                </a:lnTo>
                <a:lnTo>
                  <a:pt x="2981337" y="808989"/>
                </a:lnTo>
                <a:lnTo>
                  <a:pt x="2980829" y="808989"/>
                </a:lnTo>
                <a:lnTo>
                  <a:pt x="2986265" y="805180"/>
                </a:lnTo>
                <a:lnTo>
                  <a:pt x="2985770" y="805180"/>
                </a:lnTo>
                <a:lnTo>
                  <a:pt x="2991002" y="801369"/>
                </a:lnTo>
                <a:lnTo>
                  <a:pt x="2990545" y="802639"/>
                </a:lnTo>
                <a:lnTo>
                  <a:pt x="3026146" y="802639"/>
                </a:lnTo>
                <a:lnTo>
                  <a:pt x="3022879" y="806450"/>
                </a:lnTo>
                <a:lnTo>
                  <a:pt x="3017888" y="811530"/>
                </a:lnTo>
                <a:lnTo>
                  <a:pt x="3017456" y="811530"/>
                </a:lnTo>
                <a:lnTo>
                  <a:pt x="3012198" y="816610"/>
                </a:lnTo>
                <a:lnTo>
                  <a:pt x="3007169" y="821689"/>
                </a:lnTo>
                <a:lnTo>
                  <a:pt x="3000984" y="825500"/>
                </a:lnTo>
                <a:close/>
              </a:path>
              <a:path w="3061970" h="855979">
                <a:moveTo>
                  <a:pt x="116801" y="825500"/>
                </a:moveTo>
                <a:lnTo>
                  <a:pt x="114109" y="825500"/>
                </a:lnTo>
                <a:lnTo>
                  <a:pt x="113512" y="824230"/>
                </a:lnTo>
                <a:lnTo>
                  <a:pt x="116801" y="825500"/>
                </a:lnTo>
                <a:close/>
              </a:path>
              <a:path w="3061970" h="855979">
                <a:moveTo>
                  <a:pt x="2995549" y="830580"/>
                </a:moveTo>
                <a:lnTo>
                  <a:pt x="2923298" y="830580"/>
                </a:lnTo>
                <a:lnTo>
                  <a:pt x="2930232" y="829310"/>
                </a:lnTo>
                <a:lnTo>
                  <a:pt x="2929597" y="829310"/>
                </a:lnTo>
                <a:lnTo>
                  <a:pt x="2936417" y="828039"/>
                </a:lnTo>
                <a:lnTo>
                  <a:pt x="2935795" y="828039"/>
                </a:lnTo>
                <a:lnTo>
                  <a:pt x="2942501" y="826769"/>
                </a:lnTo>
                <a:lnTo>
                  <a:pt x="2941878" y="826769"/>
                </a:lnTo>
                <a:lnTo>
                  <a:pt x="2948457" y="824230"/>
                </a:lnTo>
                <a:lnTo>
                  <a:pt x="2947860" y="825500"/>
                </a:lnTo>
                <a:lnTo>
                  <a:pt x="3000984" y="825500"/>
                </a:lnTo>
                <a:lnTo>
                  <a:pt x="2995549" y="830580"/>
                </a:lnTo>
                <a:close/>
              </a:path>
              <a:path w="3061970" h="855979">
                <a:moveTo>
                  <a:pt x="145072" y="830580"/>
                </a:moveTo>
                <a:lnTo>
                  <a:pt x="138671" y="830580"/>
                </a:lnTo>
                <a:lnTo>
                  <a:pt x="138036" y="829310"/>
                </a:lnTo>
                <a:lnTo>
                  <a:pt x="145072" y="830580"/>
                </a:lnTo>
                <a:close/>
              </a:path>
              <a:path w="3061970" h="855979">
                <a:moveTo>
                  <a:pt x="2923298" y="830580"/>
                </a:moveTo>
                <a:lnTo>
                  <a:pt x="2916897" y="830580"/>
                </a:lnTo>
                <a:lnTo>
                  <a:pt x="2923933" y="829310"/>
                </a:lnTo>
                <a:lnTo>
                  <a:pt x="2923298" y="830580"/>
                </a:lnTo>
                <a:close/>
              </a:path>
              <a:path w="3061970" h="855979">
                <a:moveTo>
                  <a:pt x="2956001" y="849630"/>
                </a:moveTo>
                <a:lnTo>
                  <a:pt x="105968" y="849630"/>
                </a:lnTo>
                <a:lnTo>
                  <a:pt x="99529" y="847089"/>
                </a:lnTo>
                <a:lnTo>
                  <a:pt x="92075" y="844550"/>
                </a:lnTo>
                <a:lnTo>
                  <a:pt x="85382" y="840739"/>
                </a:lnTo>
                <a:lnTo>
                  <a:pt x="78867" y="838200"/>
                </a:lnTo>
                <a:lnTo>
                  <a:pt x="72542" y="834389"/>
                </a:lnTo>
                <a:lnTo>
                  <a:pt x="66928" y="830580"/>
                </a:lnTo>
                <a:lnTo>
                  <a:pt x="2995041" y="830580"/>
                </a:lnTo>
                <a:lnTo>
                  <a:pt x="2989427" y="834389"/>
                </a:lnTo>
                <a:lnTo>
                  <a:pt x="2983103" y="838200"/>
                </a:lnTo>
                <a:lnTo>
                  <a:pt x="2976587" y="840739"/>
                </a:lnTo>
                <a:lnTo>
                  <a:pt x="2969882" y="844550"/>
                </a:lnTo>
                <a:lnTo>
                  <a:pt x="2969310" y="844550"/>
                </a:lnTo>
                <a:lnTo>
                  <a:pt x="2962440" y="847089"/>
                </a:lnTo>
                <a:lnTo>
                  <a:pt x="2956001" y="849630"/>
                </a:lnTo>
                <a:close/>
              </a:path>
              <a:path w="3061970" h="855979">
                <a:moveTo>
                  <a:pt x="2941510" y="853439"/>
                </a:moveTo>
                <a:lnTo>
                  <a:pt x="120459" y="853439"/>
                </a:lnTo>
                <a:lnTo>
                  <a:pt x="113753" y="850900"/>
                </a:lnTo>
                <a:lnTo>
                  <a:pt x="106578" y="849630"/>
                </a:lnTo>
                <a:lnTo>
                  <a:pt x="2955391" y="849630"/>
                </a:lnTo>
                <a:lnTo>
                  <a:pt x="2948216" y="850900"/>
                </a:lnTo>
                <a:lnTo>
                  <a:pt x="2941510" y="853439"/>
                </a:lnTo>
                <a:close/>
              </a:path>
              <a:path w="3061970" h="855979">
                <a:moveTo>
                  <a:pt x="2934068" y="854710"/>
                </a:moveTo>
                <a:lnTo>
                  <a:pt x="127901" y="854710"/>
                </a:lnTo>
                <a:lnTo>
                  <a:pt x="121081" y="853439"/>
                </a:lnTo>
                <a:lnTo>
                  <a:pt x="2940888" y="853439"/>
                </a:lnTo>
                <a:lnTo>
                  <a:pt x="2934068" y="854710"/>
                </a:lnTo>
                <a:close/>
              </a:path>
              <a:path w="3061970" h="855979">
                <a:moveTo>
                  <a:pt x="2918828" y="855980"/>
                </a:moveTo>
                <a:lnTo>
                  <a:pt x="143141" y="855980"/>
                </a:lnTo>
                <a:lnTo>
                  <a:pt x="136105" y="854710"/>
                </a:lnTo>
                <a:lnTo>
                  <a:pt x="2925864" y="854710"/>
                </a:lnTo>
                <a:lnTo>
                  <a:pt x="2918828" y="855980"/>
                </a:lnTo>
                <a:close/>
              </a:path>
            </a:pathLst>
          </a:custGeom>
          <a:solidFill>
            <a:srgbClr val="162C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110791" y="6038786"/>
            <a:ext cx="2417445" cy="880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6040" marR="5080" indent="-5334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Times New Roman"/>
                <a:cs typeface="Times New Roman"/>
              </a:rPr>
              <a:t>7.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Quality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Analytics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Dashboard </a:t>
            </a:r>
            <a:r>
              <a:rPr dirty="0" sz="1400">
                <a:latin typeface="Times New Roman"/>
                <a:cs typeface="Times New Roman"/>
              </a:rPr>
              <a:t>Display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prediction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results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graphical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analytics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decision-</a:t>
            </a:r>
            <a:endParaRPr sz="1400">
              <a:latin typeface="Times New Roman"/>
              <a:cs typeface="Times New Roman"/>
            </a:endParaRPr>
          </a:p>
          <a:p>
            <a:pPr marL="918844">
              <a:lnSpc>
                <a:spcPct val="100000"/>
              </a:lnSpc>
            </a:pPr>
            <a:r>
              <a:rPr dirty="0" sz="1400" spc="-10">
                <a:latin typeface="Times New Roman"/>
                <a:cs typeface="Times New Roman"/>
              </a:rPr>
              <a:t>making.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10890" y="4244225"/>
            <a:ext cx="6134100" cy="2283460"/>
          </a:xfrm>
          <a:custGeom>
            <a:avLst/>
            <a:gdLst/>
            <a:ahLst/>
            <a:cxnLst/>
            <a:rect l="l" t="t" r="r" b="b"/>
            <a:pathLst>
              <a:path w="6134100" h="2283459">
                <a:moveTo>
                  <a:pt x="762000" y="33337"/>
                </a:moveTo>
                <a:lnTo>
                  <a:pt x="38100" y="33337"/>
                </a:lnTo>
                <a:lnTo>
                  <a:pt x="36626" y="33566"/>
                </a:lnTo>
                <a:lnTo>
                  <a:pt x="35306" y="34239"/>
                </a:lnTo>
                <a:lnTo>
                  <a:pt x="34251" y="35293"/>
                </a:lnTo>
                <a:lnTo>
                  <a:pt x="33566" y="36626"/>
                </a:lnTo>
                <a:lnTo>
                  <a:pt x="33337" y="38100"/>
                </a:lnTo>
                <a:lnTo>
                  <a:pt x="33337" y="1752473"/>
                </a:lnTo>
                <a:lnTo>
                  <a:pt x="0" y="1752473"/>
                </a:lnTo>
                <a:lnTo>
                  <a:pt x="38100" y="1828673"/>
                </a:lnTo>
                <a:lnTo>
                  <a:pt x="66675" y="1771523"/>
                </a:lnTo>
                <a:lnTo>
                  <a:pt x="76200" y="1752473"/>
                </a:lnTo>
                <a:lnTo>
                  <a:pt x="42862" y="1752473"/>
                </a:lnTo>
                <a:lnTo>
                  <a:pt x="42862" y="42862"/>
                </a:lnTo>
                <a:lnTo>
                  <a:pt x="762000" y="42862"/>
                </a:lnTo>
                <a:lnTo>
                  <a:pt x="762000" y="38100"/>
                </a:lnTo>
                <a:lnTo>
                  <a:pt x="762000" y="33337"/>
                </a:lnTo>
                <a:close/>
              </a:path>
              <a:path w="6134100" h="2283459">
                <a:moveTo>
                  <a:pt x="4490085" y="2244839"/>
                </a:moveTo>
                <a:lnTo>
                  <a:pt x="4480560" y="2240076"/>
                </a:lnTo>
                <a:lnTo>
                  <a:pt x="4413885" y="2206739"/>
                </a:lnTo>
                <a:lnTo>
                  <a:pt x="4413885" y="2240076"/>
                </a:lnTo>
                <a:lnTo>
                  <a:pt x="1889760" y="2240076"/>
                </a:lnTo>
                <a:lnTo>
                  <a:pt x="1889760" y="2249601"/>
                </a:lnTo>
                <a:lnTo>
                  <a:pt x="4413885" y="2249601"/>
                </a:lnTo>
                <a:lnTo>
                  <a:pt x="4413885" y="2282952"/>
                </a:lnTo>
                <a:lnTo>
                  <a:pt x="4480560" y="2249601"/>
                </a:lnTo>
                <a:lnTo>
                  <a:pt x="4490085" y="2244839"/>
                </a:lnTo>
                <a:close/>
              </a:path>
              <a:path w="6134100" h="2283459">
                <a:moveTo>
                  <a:pt x="6134100" y="33337"/>
                </a:moveTo>
                <a:lnTo>
                  <a:pt x="3874770" y="33337"/>
                </a:lnTo>
                <a:lnTo>
                  <a:pt x="3874770" y="0"/>
                </a:lnTo>
                <a:lnTo>
                  <a:pt x="3798570" y="38100"/>
                </a:lnTo>
                <a:lnTo>
                  <a:pt x="3874770" y="76200"/>
                </a:lnTo>
                <a:lnTo>
                  <a:pt x="3874770" y="42862"/>
                </a:lnTo>
                <a:lnTo>
                  <a:pt x="6134100" y="42862"/>
                </a:lnTo>
                <a:lnTo>
                  <a:pt x="6134100" y="333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334162" y="103695"/>
            <a:ext cx="1477645" cy="7715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900" spc="-10"/>
              <a:t>Tools</a:t>
            </a:r>
            <a:endParaRPr sz="4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8719" y="904011"/>
            <a:ext cx="6708190" cy="64340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42015" y="931963"/>
            <a:ext cx="6320155" cy="6375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Machine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Learning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Framework</a:t>
            </a:r>
            <a:endParaRPr sz="2000">
              <a:latin typeface="Times New Roman"/>
              <a:cs typeface="Times New Roman"/>
            </a:endParaRPr>
          </a:p>
          <a:p>
            <a:pPr algn="ctr" marL="157480" marR="14986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(Random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Forest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Scikit-</a:t>
            </a:r>
            <a:r>
              <a:rPr dirty="0" sz="2000">
                <a:latin typeface="Times New Roman"/>
                <a:cs typeface="Times New Roman"/>
              </a:rPr>
              <a:t>learn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prediction</a:t>
            </a:r>
            <a:r>
              <a:rPr dirty="0" sz="2000" spc="-10">
                <a:latin typeface="Times New Roman"/>
                <a:cs typeface="Times New Roman"/>
              </a:rPr>
              <a:t> model building)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Web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Development</a:t>
            </a:r>
            <a:endParaRPr sz="2000">
              <a:latin typeface="Times New Roman"/>
              <a:cs typeface="Times New Roman"/>
            </a:endParaRPr>
          </a:p>
          <a:p>
            <a:pPr algn="ctr" marL="297815" marR="29083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(Flask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framework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backend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web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application development)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Frontend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Design</a:t>
            </a:r>
            <a:endParaRPr sz="2000">
              <a:latin typeface="Times New Roman"/>
              <a:cs typeface="Times New Roman"/>
            </a:endParaRPr>
          </a:p>
          <a:p>
            <a:pPr algn="ctr" marL="414020" marR="40767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(HTML,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CSS,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Bootstrap,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JavaScript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user </a:t>
            </a:r>
            <a:r>
              <a:rPr dirty="0" sz="2000">
                <a:latin typeface="Times New Roman"/>
                <a:cs typeface="Times New Roman"/>
              </a:rPr>
              <a:t>interface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design)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Data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Processing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(Pandas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NumPy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cleaning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manipulation)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000">
              <a:latin typeface="Times New Roman"/>
              <a:cs typeface="Times New Roman"/>
            </a:endParaRPr>
          </a:p>
          <a:p>
            <a:pPr algn="ctr" marR="6794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Data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Visualization</a:t>
            </a:r>
            <a:endParaRPr sz="2000">
              <a:latin typeface="Times New Roman"/>
              <a:cs typeface="Times New Roman"/>
            </a:endParaRPr>
          </a:p>
          <a:p>
            <a:pPr algn="ctr" marL="633730" marR="702945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(Matplotlib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Chart.js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graphical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result visualization)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87588" y="193243"/>
            <a:ext cx="1010221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/>
              <a:t>PROGRAMMING</a:t>
            </a:r>
            <a:r>
              <a:rPr dirty="0" sz="5400" spc="-325"/>
              <a:t> </a:t>
            </a:r>
            <a:r>
              <a:rPr dirty="0" sz="5400" spc="-10"/>
              <a:t>LANGUAGES</a:t>
            </a:r>
            <a:endParaRPr sz="5400"/>
          </a:p>
        </p:txBody>
      </p:sp>
      <p:grpSp>
        <p:nvGrpSpPr>
          <p:cNvPr id="3" name="object 3"/>
          <p:cNvGrpSpPr/>
          <p:nvPr/>
        </p:nvGrpSpPr>
        <p:grpSpPr>
          <a:xfrm>
            <a:off x="4235412" y="1246098"/>
            <a:ext cx="5939155" cy="6578600"/>
            <a:chOff x="4235412" y="1246098"/>
            <a:chExt cx="5939155" cy="6578600"/>
          </a:xfrm>
        </p:grpSpPr>
        <p:sp>
          <p:nvSpPr>
            <p:cNvPr id="4" name="object 4"/>
            <p:cNvSpPr/>
            <p:nvPr/>
          </p:nvSpPr>
          <p:spPr>
            <a:xfrm>
              <a:off x="4235412" y="1246098"/>
              <a:ext cx="5939155" cy="1026160"/>
            </a:xfrm>
            <a:custGeom>
              <a:avLst/>
              <a:gdLst/>
              <a:ahLst/>
              <a:cxnLst/>
              <a:rect l="l" t="t" r="r" b="b"/>
              <a:pathLst>
                <a:path w="5939155" h="1026160">
                  <a:moveTo>
                    <a:pt x="5794756" y="2540"/>
                  </a:moveTo>
                  <a:lnTo>
                    <a:pt x="143802" y="2540"/>
                  </a:lnTo>
                  <a:lnTo>
                    <a:pt x="152031" y="1270"/>
                  </a:lnTo>
                  <a:lnTo>
                    <a:pt x="161010" y="0"/>
                  </a:lnTo>
                  <a:lnTo>
                    <a:pt x="5777534" y="0"/>
                  </a:lnTo>
                  <a:lnTo>
                    <a:pt x="5785904" y="1270"/>
                  </a:lnTo>
                  <a:lnTo>
                    <a:pt x="5786526" y="1270"/>
                  </a:lnTo>
                  <a:lnTo>
                    <a:pt x="5794756" y="2540"/>
                  </a:lnTo>
                  <a:close/>
                </a:path>
                <a:path w="5939155" h="1026160">
                  <a:moveTo>
                    <a:pt x="5777534" y="1026160"/>
                  </a:moveTo>
                  <a:lnTo>
                    <a:pt x="161010" y="1026160"/>
                  </a:lnTo>
                  <a:lnTo>
                    <a:pt x="143802" y="1023620"/>
                  </a:lnTo>
                  <a:lnTo>
                    <a:pt x="143179" y="1022350"/>
                  </a:lnTo>
                  <a:lnTo>
                    <a:pt x="134480" y="1021080"/>
                  </a:lnTo>
                  <a:lnTo>
                    <a:pt x="125958" y="1018540"/>
                  </a:lnTo>
                  <a:lnTo>
                    <a:pt x="118198" y="1016000"/>
                  </a:lnTo>
                  <a:lnTo>
                    <a:pt x="110032" y="1012190"/>
                  </a:lnTo>
                  <a:lnTo>
                    <a:pt x="101498" y="1008380"/>
                  </a:lnTo>
                  <a:lnTo>
                    <a:pt x="94297" y="1004570"/>
                  </a:lnTo>
                  <a:lnTo>
                    <a:pt x="86766" y="1000760"/>
                  </a:lnTo>
                  <a:lnTo>
                    <a:pt x="79463" y="995680"/>
                  </a:lnTo>
                  <a:lnTo>
                    <a:pt x="71932" y="990600"/>
                  </a:lnTo>
                  <a:lnTo>
                    <a:pt x="65150" y="985520"/>
                  </a:lnTo>
                  <a:lnTo>
                    <a:pt x="59093" y="980440"/>
                  </a:lnTo>
                  <a:lnTo>
                    <a:pt x="52844" y="974090"/>
                  </a:lnTo>
                  <a:lnTo>
                    <a:pt x="52412" y="974090"/>
                  </a:lnTo>
                  <a:lnTo>
                    <a:pt x="46888" y="967740"/>
                  </a:lnTo>
                  <a:lnTo>
                    <a:pt x="40843" y="961390"/>
                  </a:lnTo>
                  <a:lnTo>
                    <a:pt x="35890" y="955040"/>
                  </a:lnTo>
                  <a:lnTo>
                    <a:pt x="30873" y="947420"/>
                  </a:lnTo>
                  <a:lnTo>
                    <a:pt x="30530" y="947420"/>
                  </a:lnTo>
                  <a:lnTo>
                    <a:pt x="25869" y="939800"/>
                  </a:lnTo>
                  <a:lnTo>
                    <a:pt x="21843" y="933450"/>
                  </a:lnTo>
                  <a:lnTo>
                    <a:pt x="17856" y="924560"/>
                  </a:lnTo>
                  <a:lnTo>
                    <a:pt x="14249" y="916940"/>
                  </a:lnTo>
                  <a:lnTo>
                    <a:pt x="14008" y="916940"/>
                  </a:lnTo>
                  <a:lnTo>
                    <a:pt x="10794" y="908050"/>
                  </a:lnTo>
                  <a:lnTo>
                    <a:pt x="7988" y="900430"/>
                  </a:lnTo>
                  <a:lnTo>
                    <a:pt x="5575" y="891540"/>
                  </a:lnTo>
                  <a:lnTo>
                    <a:pt x="3717" y="883888"/>
                  </a:lnTo>
                  <a:lnTo>
                    <a:pt x="3594" y="882650"/>
                  </a:lnTo>
                  <a:lnTo>
                    <a:pt x="2266" y="875784"/>
                  </a:lnTo>
                  <a:lnTo>
                    <a:pt x="2235" y="875622"/>
                  </a:lnTo>
                  <a:lnTo>
                    <a:pt x="2120" y="875030"/>
                  </a:lnTo>
                  <a:lnTo>
                    <a:pt x="2019" y="873760"/>
                  </a:lnTo>
                  <a:lnTo>
                    <a:pt x="965" y="866140"/>
                  </a:lnTo>
                  <a:lnTo>
                    <a:pt x="901" y="864870"/>
                  </a:lnTo>
                  <a:lnTo>
                    <a:pt x="215" y="855980"/>
                  </a:lnTo>
                  <a:lnTo>
                    <a:pt x="0" y="847090"/>
                  </a:lnTo>
                  <a:lnTo>
                    <a:pt x="0" y="179070"/>
                  </a:lnTo>
                  <a:lnTo>
                    <a:pt x="185" y="171450"/>
                  </a:lnTo>
                  <a:lnTo>
                    <a:pt x="901" y="161290"/>
                  </a:lnTo>
                  <a:lnTo>
                    <a:pt x="965" y="160020"/>
                  </a:lnTo>
                  <a:lnTo>
                    <a:pt x="2019" y="152400"/>
                  </a:lnTo>
                  <a:lnTo>
                    <a:pt x="3594" y="143510"/>
                  </a:lnTo>
                  <a:lnTo>
                    <a:pt x="3686" y="142587"/>
                  </a:lnTo>
                  <a:lnTo>
                    <a:pt x="3721" y="142240"/>
                  </a:lnTo>
                  <a:lnTo>
                    <a:pt x="5575" y="134620"/>
                  </a:lnTo>
                  <a:lnTo>
                    <a:pt x="7988" y="125730"/>
                  </a:lnTo>
                  <a:lnTo>
                    <a:pt x="10794" y="118110"/>
                  </a:lnTo>
                  <a:lnTo>
                    <a:pt x="11010" y="116840"/>
                  </a:lnTo>
                  <a:lnTo>
                    <a:pt x="14008" y="109220"/>
                  </a:lnTo>
                  <a:lnTo>
                    <a:pt x="14249" y="109220"/>
                  </a:lnTo>
                  <a:lnTo>
                    <a:pt x="17856" y="100330"/>
                  </a:lnTo>
                  <a:lnTo>
                    <a:pt x="21843" y="92710"/>
                  </a:lnTo>
                  <a:lnTo>
                    <a:pt x="26187" y="85090"/>
                  </a:lnTo>
                  <a:lnTo>
                    <a:pt x="30530" y="78740"/>
                  </a:lnTo>
                  <a:lnTo>
                    <a:pt x="30873" y="78740"/>
                  </a:lnTo>
                  <a:lnTo>
                    <a:pt x="35890" y="71120"/>
                  </a:lnTo>
                  <a:lnTo>
                    <a:pt x="40843" y="64770"/>
                  </a:lnTo>
                  <a:lnTo>
                    <a:pt x="46888" y="58420"/>
                  </a:lnTo>
                  <a:lnTo>
                    <a:pt x="52412" y="52070"/>
                  </a:lnTo>
                  <a:lnTo>
                    <a:pt x="52844" y="52070"/>
                  </a:lnTo>
                  <a:lnTo>
                    <a:pt x="59093" y="45720"/>
                  </a:lnTo>
                  <a:lnTo>
                    <a:pt x="65150" y="40640"/>
                  </a:lnTo>
                  <a:lnTo>
                    <a:pt x="71932" y="35560"/>
                  </a:lnTo>
                  <a:lnTo>
                    <a:pt x="79463" y="30480"/>
                  </a:lnTo>
                  <a:lnTo>
                    <a:pt x="86766" y="25400"/>
                  </a:lnTo>
                  <a:lnTo>
                    <a:pt x="94297" y="20320"/>
                  </a:lnTo>
                  <a:lnTo>
                    <a:pt x="101498" y="17780"/>
                  </a:lnTo>
                  <a:lnTo>
                    <a:pt x="110032" y="13970"/>
                  </a:lnTo>
                  <a:lnTo>
                    <a:pt x="118198" y="10160"/>
                  </a:lnTo>
                  <a:lnTo>
                    <a:pt x="125958" y="7620"/>
                  </a:lnTo>
                  <a:lnTo>
                    <a:pt x="143179" y="2540"/>
                  </a:lnTo>
                  <a:lnTo>
                    <a:pt x="5795378" y="2540"/>
                  </a:lnTo>
                  <a:lnTo>
                    <a:pt x="5812599" y="7620"/>
                  </a:lnTo>
                  <a:lnTo>
                    <a:pt x="5820359" y="10160"/>
                  </a:lnTo>
                  <a:lnTo>
                    <a:pt x="5828525" y="13970"/>
                  </a:lnTo>
                  <a:lnTo>
                    <a:pt x="5836500" y="16510"/>
                  </a:lnTo>
                  <a:lnTo>
                    <a:pt x="5844794" y="21590"/>
                  </a:lnTo>
                  <a:lnTo>
                    <a:pt x="5849459" y="24130"/>
                  </a:lnTo>
                  <a:lnTo>
                    <a:pt x="180009" y="24130"/>
                  </a:lnTo>
                  <a:lnTo>
                    <a:pt x="171411" y="25400"/>
                  </a:lnTo>
                  <a:lnTo>
                    <a:pt x="164211" y="25400"/>
                  </a:lnTo>
                  <a:lnTo>
                    <a:pt x="155854" y="26670"/>
                  </a:lnTo>
                  <a:lnTo>
                    <a:pt x="156489" y="26670"/>
                  </a:lnTo>
                  <a:lnTo>
                    <a:pt x="148272" y="27940"/>
                  </a:lnTo>
                  <a:lnTo>
                    <a:pt x="148894" y="27940"/>
                  </a:lnTo>
                  <a:lnTo>
                    <a:pt x="142014" y="29021"/>
                  </a:lnTo>
                  <a:lnTo>
                    <a:pt x="133502" y="31750"/>
                  </a:lnTo>
                  <a:lnTo>
                    <a:pt x="134099" y="31750"/>
                  </a:lnTo>
                  <a:lnTo>
                    <a:pt x="126339" y="34290"/>
                  </a:lnTo>
                  <a:lnTo>
                    <a:pt x="126936" y="34290"/>
                  </a:lnTo>
                  <a:lnTo>
                    <a:pt x="119341" y="36830"/>
                  </a:lnTo>
                  <a:lnTo>
                    <a:pt x="119926" y="36830"/>
                  </a:lnTo>
                  <a:lnTo>
                    <a:pt x="114990" y="39370"/>
                  </a:lnTo>
                  <a:lnTo>
                    <a:pt x="113080" y="39370"/>
                  </a:lnTo>
                  <a:lnTo>
                    <a:pt x="105879" y="43180"/>
                  </a:lnTo>
                  <a:lnTo>
                    <a:pt x="106425" y="43180"/>
                  </a:lnTo>
                  <a:lnTo>
                    <a:pt x="99428" y="46990"/>
                  </a:lnTo>
                  <a:lnTo>
                    <a:pt x="99949" y="46990"/>
                  </a:lnTo>
                  <a:lnTo>
                    <a:pt x="93179" y="50800"/>
                  </a:lnTo>
                  <a:lnTo>
                    <a:pt x="93687" y="50800"/>
                  </a:lnTo>
                  <a:lnTo>
                    <a:pt x="88773" y="54610"/>
                  </a:lnTo>
                  <a:lnTo>
                    <a:pt x="87617" y="54610"/>
                  </a:lnTo>
                  <a:lnTo>
                    <a:pt x="81318" y="59690"/>
                  </a:lnTo>
                  <a:lnTo>
                    <a:pt x="81787" y="59690"/>
                  </a:lnTo>
                  <a:lnTo>
                    <a:pt x="75717" y="64770"/>
                  </a:lnTo>
                  <a:lnTo>
                    <a:pt x="76174" y="64770"/>
                  </a:lnTo>
                  <a:lnTo>
                    <a:pt x="70370" y="69850"/>
                  </a:lnTo>
                  <a:lnTo>
                    <a:pt x="70802" y="69850"/>
                  </a:lnTo>
                  <a:lnTo>
                    <a:pt x="65265" y="74930"/>
                  </a:lnTo>
                  <a:lnTo>
                    <a:pt x="65684" y="74930"/>
                  </a:lnTo>
                  <a:lnTo>
                    <a:pt x="60426" y="81280"/>
                  </a:lnTo>
                  <a:lnTo>
                    <a:pt x="60820" y="81280"/>
                  </a:lnTo>
                  <a:lnTo>
                    <a:pt x="55854" y="86360"/>
                  </a:lnTo>
                  <a:lnTo>
                    <a:pt x="56222" y="86360"/>
                  </a:lnTo>
                  <a:lnTo>
                    <a:pt x="51562" y="92710"/>
                  </a:lnTo>
                  <a:lnTo>
                    <a:pt x="51904" y="92710"/>
                  </a:lnTo>
                  <a:lnTo>
                    <a:pt x="47561" y="99060"/>
                  </a:lnTo>
                  <a:lnTo>
                    <a:pt x="47878" y="99060"/>
                  </a:lnTo>
                  <a:lnTo>
                    <a:pt x="43865" y="105410"/>
                  </a:lnTo>
                  <a:lnTo>
                    <a:pt x="44157" y="105410"/>
                  </a:lnTo>
                  <a:lnTo>
                    <a:pt x="41088" y="111760"/>
                  </a:lnTo>
                  <a:lnTo>
                    <a:pt x="40741" y="111760"/>
                  </a:lnTo>
                  <a:lnTo>
                    <a:pt x="37947" y="118110"/>
                  </a:lnTo>
                  <a:lnTo>
                    <a:pt x="37630" y="118110"/>
                  </a:lnTo>
                  <a:lnTo>
                    <a:pt x="34645" y="125730"/>
                  </a:lnTo>
                  <a:lnTo>
                    <a:pt x="34861" y="125730"/>
                  </a:lnTo>
                  <a:lnTo>
                    <a:pt x="32232" y="133350"/>
                  </a:lnTo>
                  <a:lnTo>
                    <a:pt x="32423" y="133350"/>
                  </a:lnTo>
                  <a:lnTo>
                    <a:pt x="30549" y="139700"/>
                  </a:lnTo>
                  <a:lnTo>
                    <a:pt x="30327" y="139700"/>
                  </a:lnTo>
                  <a:lnTo>
                    <a:pt x="28727" y="147320"/>
                  </a:lnTo>
                  <a:lnTo>
                    <a:pt x="28587" y="147320"/>
                  </a:lnTo>
                  <a:lnTo>
                    <a:pt x="26933" y="157321"/>
                  </a:lnTo>
                  <a:lnTo>
                    <a:pt x="26156" y="163827"/>
                  </a:lnTo>
                  <a:lnTo>
                    <a:pt x="26097" y="164321"/>
                  </a:lnTo>
                  <a:lnTo>
                    <a:pt x="25762" y="168910"/>
                  </a:lnTo>
                  <a:lnTo>
                    <a:pt x="25670" y="170180"/>
                  </a:lnTo>
                  <a:lnTo>
                    <a:pt x="25577" y="171450"/>
                  </a:lnTo>
                  <a:lnTo>
                    <a:pt x="25400" y="179070"/>
                  </a:lnTo>
                  <a:lnTo>
                    <a:pt x="25400" y="847090"/>
                  </a:lnTo>
                  <a:lnTo>
                    <a:pt x="25577" y="854710"/>
                  </a:lnTo>
                  <a:lnTo>
                    <a:pt x="26086" y="861694"/>
                  </a:lnTo>
                  <a:lnTo>
                    <a:pt x="26133" y="862331"/>
                  </a:lnTo>
                  <a:lnTo>
                    <a:pt x="26311" y="863589"/>
                  </a:lnTo>
                  <a:lnTo>
                    <a:pt x="26872" y="868398"/>
                  </a:lnTo>
                  <a:lnTo>
                    <a:pt x="26944" y="868838"/>
                  </a:lnTo>
                  <a:lnTo>
                    <a:pt x="27066" y="869956"/>
                  </a:lnTo>
                  <a:lnTo>
                    <a:pt x="27332" y="871200"/>
                  </a:lnTo>
                  <a:lnTo>
                    <a:pt x="27937" y="875030"/>
                  </a:lnTo>
                  <a:lnTo>
                    <a:pt x="28587" y="878840"/>
                  </a:lnTo>
                  <a:lnTo>
                    <a:pt x="28716" y="878840"/>
                  </a:lnTo>
                  <a:lnTo>
                    <a:pt x="29676" y="883486"/>
                  </a:lnTo>
                  <a:lnTo>
                    <a:pt x="30052" y="885212"/>
                  </a:lnTo>
                  <a:lnTo>
                    <a:pt x="30255" y="885859"/>
                  </a:lnTo>
                  <a:lnTo>
                    <a:pt x="30327" y="886460"/>
                  </a:lnTo>
                  <a:lnTo>
                    <a:pt x="30549" y="886460"/>
                  </a:lnTo>
                  <a:lnTo>
                    <a:pt x="32423" y="892810"/>
                  </a:lnTo>
                  <a:lnTo>
                    <a:pt x="32232" y="892810"/>
                  </a:lnTo>
                  <a:lnTo>
                    <a:pt x="34861" y="900430"/>
                  </a:lnTo>
                  <a:lnTo>
                    <a:pt x="35143" y="900430"/>
                  </a:lnTo>
                  <a:lnTo>
                    <a:pt x="37630" y="906780"/>
                  </a:lnTo>
                  <a:lnTo>
                    <a:pt x="37388" y="906780"/>
                  </a:lnTo>
                  <a:lnTo>
                    <a:pt x="40741" y="914400"/>
                  </a:lnTo>
                  <a:lnTo>
                    <a:pt x="41088" y="914400"/>
                  </a:lnTo>
                  <a:lnTo>
                    <a:pt x="44157" y="920750"/>
                  </a:lnTo>
                  <a:lnTo>
                    <a:pt x="43865" y="920750"/>
                  </a:lnTo>
                  <a:lnTo>
                    <a:pt x="47878" y="927100"/>
                  </a:lnTo>
                  <a:lnTo>
                    <a:pt x="47561" y="927100"/>
                  </a:lnTo>
                  <a:lnTo>
                    <a:pt x="51904" y="933450"/>
                  </a:lnTo>
                  <a:lnTo>
                    <a:pt x="51562" y="933450"/>
                  </a:lnTo>
                  <a:lnTo>
                    <a:pt x="56222" y="939800"/>
                  </a:lnTo>
                  <a:lnTo>
                    <a:pt x="56847" y="939800"/>
                  </a:lnTo>
                  <a:lnTo>
                    <a:pt x="60820" y="944880"/>
                  </a:lnTo>
                  <a:lnTo>
                    <a:pt x="60426" y="944880"/>
                  </a:lnTo>
                  <a:lnTo>
                    <a:pt x="65684" y="951230"/>
                  </a:lnTo>
                  <a:lnTo>
                    <a:pt x="66372" y="951230"/>
                  </a:lnTo>
                  <a:lnTo>
                    <a:pt x="70802" y="956310"/>
                  </a:lnTo>
                  <a:lnTo>
                    <a:pt x="70370" y="956310"/>
                  </a:lnTo>
                  <a:lnTo>
                    <a:pt x="76174" y="961390"/>
                  </a:lnTo>
                  <a:lnTo>
                    <a:pt x="75717" y="961390"/>
                  </a:lnTo>
                  <a:lnTo>
                    <a:pt x="81787" y="966470"/>
                  </a:lnTo>
                  <a:lnTo>
                    <a:pt x="81318" y="966470"/>
                  </a:lnTo>
                  <a:lnTo>
                    <a:pt x="87617" y="970280"/>
                  </a:lnTo>
                  <a:lnTo>
                    <a:pt x="87134" y="970280"/>
                  </a:lnTo>
                  <a:lnTo>
                    <a:pt x="93687" y="975360"/>
                  </a:lnTo>
                  <a:lnTo>
                    <a:pt x="93179" y="975360"/>
                  </a:lnTo>
                  <a:lnTo>
                    <a:pt x="99949" y="979170"/>
                  </a:lnTo>
                  <a:lnTo>
                    <a:pt x="99428" y="979170"/>
                  </a:lnTo>
                  <a:lnTo>
                    <a:pt x="106425" y="982980"/>
                  </a:lnTo>
                  <a:lnTo>
                    <a:pt x="105879" y="982980"/>
                  </a:lnTo>
                  <a:lnTo>
                    <a:pt x="113080" y="986790"/>
                  </a:lnTo>
                  <a:lnTo>
                    <a:pt x="114990" y="986790"/>
                  </a:lnTo>
                  <a:lnTo>
                    <a:pt x="119926" y="989330"/>
                  </a:lnTo>
                  <a:lnTo>
                    <a:pt x="119341" y="989330"/>
                  </a:lnTo>
                  <a:lnTo>
                    <a:pt x="126936" y="991870"/>
                  </a:lnTo>
                  <a:lnTo>
                    <a:pt x="126339" y="991870"/>
                  </a:lnTo>
                  <a:lnTo>
                    <a:pt x="134099" y="994410"/>
                  </a:lnTo>
                  <a:lnTo>
                    <a:pt x="133502" y="994410"/>
                  </a:lnTo>
                  <a:lnTo>
                    <a:pt x="141427" y="996950"/>
                  </a:lnTo>
                  <a:lnTo>
                    <a:pt x="140817" y="996950"/>
                  </a:lnTo>
                  <a:lnTo>
                    <a:pt x="148894" y="998220"/>
                  </a:lnTo>
                  <a:lnTo>
                    <a:pt x="148272" y="998220"/>
                  </a:lnTo>
                  <a:lnTo>
                    <a:pt x="156489" y="999490"/>
                  </a:lnTo>
                  <a:lnTo>
                    <a:pt x="155854" y="999490"/>
                  </a:lnTo>
                  <a:lnTo>
                    <a:pt x="164211" y="1000760"/>
                  </a:lnTo>
                  <a:lnTo>
                    <a:pt x="5851791" y="1000760"/>
                  </a:lnTo>
                  <a:lnTo>
                    <a:pt x="5844247" y="1004570"/>
                  </a:lnTo>
                  <a:lnTo>
                    <a:pt x="5836500" y="1009650"/>
                  </a:lnTo>
                  <a:lnTo>
                    <a:pt x="5828525" y="1012190"/>
                  </a:lnTo>
                  <a:lnTo>
                    <a:pt x="5820359" y="1016000"/>
                  </a:lnTo>
                  <a:lnTo>
                    <a:pt x="5812599" y="1018540"/>
                  </a:lnTo>
                  <a:lnTo>
                    <a:pt x="5804065" y="1021080"/>
                  </a:lnTo>
                  <a:lnTo>
                    <a:pt x="5795378" y="1022350"/>
                  </a:lnTo>
                  <a:lnTo>
                    <a:pt x="5794756" y="1023620"/>
                  </a:lnTo>
                  <a:lnTo>
                    <a:pt x="5786526" y="1024890"/>
                  </a:lnTo>
                  <a:lnTo>
                    <a:pt x="5785904" y="1024890"/>
                  </a:lnTo>
                  <a:lnTo>
                    <a:pt x="5777534" y="1026160"/>
                  </a:lnTo>
                  <a:close/>
                </a:path>
                <a:path w="5939155" h="1026160">
                  <a:moveTo>
                    <a:pt x="5851791" y="25400"/>
                  </a:moveTo>
                  <a:lnTo>
                    <a:pt x="5767133" y="25400"/>
                  </a:lnTo>
                  <a:lnTo>
                    <a:pt x="5758548" y="24130"/>
                  </a:lnTo>
                  <a:lnTo>
                    <a:pt x="5849459" y="24130"/>
                  </a:lnTo>
                  <a:lnTo>
                    <a:pt x="5851791" y="25400"/>
                  </a:lnTo>
                  <a:close/>
                </a:path>
                <a:path w="5939155" h="1026160">
                  <a:moveTo>
                    <a:pt x="5826036" y="40640"/>
                  </a:moveTo>
                  <a:lnTo>
                    <a:pt x="5818632" y="36830"/>
                  </a:lnTo>
                  <a:lnTo>
                    <a:pt x="5819203" y="36830"/>
                  </a:lnTo>
                  <a:lnTo>
                    <a:pt x="5811621" y="34290"/>
                  </a:lnTo>
                  <a:lnTo>
                    <a:pt x="5812218" y="34290"/>
                  </a:lnTo>
                  <a:lnTo>
                    <a:pt x="5804458" y="31750"/>
                  </a:lnTo>
                  <a:lnTo>
                    <a:pt x="5805055" y="31750"/>
                  </a:lnTo>
                  <a:lnTo>
                    <a:pt x="5796543" y="29021"/>
                  </a:lnTo>
                  <a:lnTo>
                    <a:pt x="5789663" y="27940"/>
                  </a:lnTo>
                  <a:lnTo>
                    <a:pt x="5790285" y="27940"/>
                  </a:lnTo>
                  <a:lnTo>
                    <a:pt x="5782068" y="26670"/>
                  </a:lnTo>
                  <a:lnTo>
                    <a:pt x="5782691" y="26670"/>
                  </a:lnTo>
                  <a:lnTo>
                    <a:pt x="5774334" y="25400"/>
                  </a:lnTo>
                  <a:lnTo>
                    <a:pt x="5852312" y="25400"/>
                  </a:lnTo>
                  <a:lnTo>
                    <a:pt x="5859081" y="30480"/>
                  </a:lnTo>
                  <a:lnTo>
                    <a:pt x="5859589" y="30480"/>
                  </a:lnTo>
                  <a:lnTo>
                    <a:pt x="5866625" y="35560"/>
                  </a:lnTo>
                  <a:lnTo>
                    <a:pt x="5871711" y="39370"/>
                  </a:lnTo>
                  <a:lnTo>
                    <a:pt x="5825477" y="39370"/>
                  </a:lnTo>
                  <a:lnTo>
                    <a:pt x="5826036" y="40640"/>
                  </a:lnTo>
                  <a:close/>
                </a:path>
                <a:path w="5939155" h="1026160">
                  <a:moveTo>
                    <a:pt x="112522" y="40640"/>
                  </a:moveTo>
                  <a:lnTo>
                    <a:pt x="113080" y="39370"/>
                  </a:lnTo>
                  <a:lnTo>
                    <a:pt x="114990" y="39370"/>
                  </a:lnTo>
                  <a:lnTo>
                    <a:pt x="112522" y="40640"/>
                  </a:lnTo>
                  <a:close/>
                </a:path>
                <a:path w="5939155" h="1026160">
                  <a:moveTo>
                    <a:pt x="5851423" y="55880"/>
                  </a:moveTo>
                  <a:lnTo>
                    <a:pt x="5844870" y="50800"/>
                  </a:lnTo>
                  <a:lnTo>
                    <a:pt x="5845378" y="50800"/>
                  </a:lnTo>
                  <a:lnTo>
                    <a:pt x="5838596" y="46990"/>
                  </a:lnTo>
                  <a:lnTo>
                    <a:pt x="5839129" y="46990"/>
                  </a:lnTo>
                  <a:lnTo>
                    <a:pt x="5832132" y="43180"/>
                  </a:lnTo>
                  <a:lnTo>
                    <a:pt x="5832678" y="43180"/>
                  </a:lnTo>
                  <a:lnTo>
                    <a:pt x="5825477" y="39370"/>
                  </a:lnTo>
                  <a:lnTo>
                    <a:pt x="5871711" y="39370"/>
                  </a:lnTo>
                  <a:lnTo>
                    <a:pt x="5873407" y="40640"/>
                  </a:lnTo>
                  <a:lnTo>
                    <a:pt x="5879465" y="45720"/>
                  </a:lnTo>
                  <a:lnTo>
                    <a:pt x="5885713" y="52070"/>
                  </a:lnTo>
                  <a:lnTo>
                    <a:pt x="5888095" y="54610"/>
                  </a:lnTo>
                  <a:lnTo>
                    <a:pt x="5850928" y="54610"/>
                  </a:lnTo>
                  <a:lnTo>
                    <a:pt x="5851423" y="55880"/>
                  </a:lnTo>
                  <a:close/>
                </a:path>
                <a:path w="5939155" h="1026160">
                  <a:moveTo>
                    <a:pt x="87134" y="55880"/>
                  </a:moveTo>
                  <a:lnTo>
                    <a:pt x="87617" y="54610"/>
                  </a:lnTo>
                  <a:lnTo>
                    <a:pt x="88773" y="54610"/>
                  </a:lnTo>
                  <a:lnTo>
                    <a:pt x="87134" y="55880"/>
                  </a:lnTo>
                  <a:close/>
                </a:path>
                <a:path w="5939155" h="1026160">
                  <a:moveTo>
                    <a:pt x="5898083" y="113030"/>
                  </a:moveTo>
                  <a:lnTo>
                    <a:pt x="5894400" y="105410"/>
                  </a:lnTo>
                  <a:lnTo>
                    <a:pt x="5894692" y="105410"/>
                  </a:lnTo>
                  <a:lnTo>
                    <a:pt x="5890666" y="99060"/>
                  </a:lnTo>
                  <a:lnTo>
                    <a:pt x="5890983" y="99060"/>
                  </a:lnTo>
                  <a:lnTo>
                    <a:pt x="5886640" y="92710"/>
                  </a:lnTo>
                  <a:lnTo>
                    <a:pt x="5886983" y="92710"/>
                  </a:lnTo>
                  <a:lnTo>
                    <a:pt x="5882335" y="86360"/>
                  </a:lnTo>
                  <a:lnTo>
                    <a:pt x="5882690" y="86360"/>
                  </a:lnTo>
                  <a:lnTo>
                    <a:pt x="5877737" y="81280"/>
                  </a:lnTo>
                  <a:lnTo>
                    <a:pt x="5878131" y="81280"/>
                  </a:lnTo>
                  <a:lnTo>
                    <a:pt x="5872873" y="74930"/>
                  </a:lnTo>
                  <a:lnTo>
                    <a:pt x="5873280" y="74930"/>
                  </a:lnTo>
                  <a:lnTo>
                    <a:pt x="5867755" y="69850"/>
                  </a:lnTo>
                  <a:lnTo>
                    <a:pt x="5868187" y="69850"/>
                  </a:lnTo>
                  <a:lnTo>
                    <a:pt x="5862383" y="64770"/>
                  </a:lnTo>
                  <a:lnTo>
                    <a:pt x="5862827" y="64770"/>
                  </a:lnTo>
                  <a:lnTo>
                    <a:pt x="5856770" y="59690"/>
                  </a:lnTo>
                  <a:lnTo>
                    <a:pt x="5857240" y="59690"/>
                  </a:lnTo>
                  <a:lnTo>
                    <a:pt x="5850928" y="54610"/>
                  </a:lnTo>
                  <a:lnTo>
                    <a:pt x="5888095" y="54610"/>
                  </a:lnTo>
                  <a:lnTo>
                    <a:pt x="5891669" y="58420"/>
                  </a:lnTo>
                  <a:lnTo>
                    <a:pt x="5897714" y="64770"/>
                  </a:lnTo>
                  <a:lnTo>
                    <a:pt x="5902667" y="71120"/>
                  </a:lnTo>
                  <a:lnTo>
                    <a:pt x="5907684" y="78740"/>
                  </a:lnTo>
                  <a:lnTo>
                    <a:pt x="5908027" y="78740"/>
                  </a:lnTo>
                  <a:lnTo>
                    <a:pt x="5912370" y="85090"/>
                  </a:lnTo>
                  <a:lnTo>
                    <a:pt x="5916714" y="92710"/>
                  </a:lnTo>
                  <a:lnTo>
                    <a:pt x="5920689" y="100330"/>
                  </a:lnTo>
                  <a:lnTo>
                    <a:pt x="5924308" y="109220"/>
                  </a:lnTo>
                  <a:lnTo>
                    <a:pt x="5924549" y="109220"/>
                  </a:lnTo>
                  <a:lnTo>
                    <a:pt x="5925544" y="111760"/>
                  </a:lnTo>
                  <a:lnTo>
                    <a:pt x="5897816" y="111760"/>
                  </a:lnTo>
                  <a:lnTo>
                    <a:pt x="5898083" y="113030"/>
                  </a:lnTo>
                  <a:close/>
                </a:path>
                <a:path w="5939155" h="1026160">
                  <a:moveTo>
                    <a:pt x="40474" y="113030"/>
                  </a:moveTo>
                  <a:lnTo>
                    <a:pt x="40741" y="111760"/>
                  </a:lnTo>
                  <a:lnTo>
                    <a:pt x="41088" y="111760"/>
                  </a:lnTo>
                  <a:lnTo>
                    <a:pt x="40474" y="113030"/>
                  </a:lnTo>
                  <a:close/>
                </a:path>
                <a:path w="5939155" h="1026160">
                  <a:moveTo>
                    <a:pt x="5901156" y="119380"/>
                  </a:moveTo>
                  <a:lnTo>
                    <a:pt x="5897816" y="111760"/>
                  </a:lnTo>
                  <a:lnTo>
                    <a:pt x="5925544" y="111760"/>
                  </a:lnTo>
                  <a:lnTo>
                    <a:pt x="5927534" y="116840"/>
                  </a:lnTo>
                  <a:lnTo>
                    <a:pt x="5927968" y="118110"/>
                  </a:lnTo>
                  <a:lnTo>
                    <a:pt x="5900915" y="118110"/>
                  </a:lnTo>
                  <a:lnTo>
                    <a:pt x="5901156" y="119380"/>
                  </a:lnTo>
                  <a:close/>
                </a:path>
                <a:path w="5939155" h="1026160">
                  <a:moveTo>
                    <a:pt x="37388" y="119380"/>
                  </a:moveTo>
                  <a:lnTo>
                    <a:pt x="37630" y="118110"/>
                  </a:lnTo>
                  <a:lnTo>
                    <a:pt x="37947" y="118110"/>
                  </a:lnTo>
                  <a:lnTo>
                    <a:pt x="37388" y="119380"/>
                  </a:lnTo>
                  <a:close/>
                </a:path>
                <a:path w="5939155" h="1026160">
                  <a:moveTo>
                    <a:pt x="5908786" y="142240"/>
                  </a:moveTo>
                  <a:lnTo>
                    <a:pt x="5908375" y="140943"/>
                  </a:lnTo>
                  <a:lnTo>
                    <a:pt x="5906135" y="133350"/>
                  </a:lnTo>
                  <a:lnTo>
                    <a:pt x="5906325" y="133350"/>
                  </a:lnTo>
                  <a:lnTo>
                    <a:pt x="5903696" y="125730"/>
                  </a:lnTo>
                  <a:lnTo>
                    <a:pt x="5903912" y="125730"/>
                  </a:lnTo>
                  <a:lnTo>
                    <a:pt x="5900915" y="118110"/>
                  </a:lnTo>
                  <a:lnTo>
                    <a:pt x="5927968" y="118110"/>
                  </a:lnTo>
                  <a:lnTo>
                    <a:pt x="5930569" y="125730"/>
                  </a:lnTo>
                  <a:lnTo>
                    <a:pt x="5932817" y="133350"/>
                  </a:lnTo>
                  <a:lnTo>
                    <a:pt x="5934260" y="139700"/>
                  </a:lnTo>
                  <a:lnTo>
                    <a:pt x="5908230" y="139700"/>
                  </a:lnTo>
                  <a:lnTo>
                    <a:pt x="5908784" y="142240"/>
                  </a:lnTo>
                  <a:close/>
                </a:path>
                <a:path w="5939155" h="1026160">
                  <a:moveTo>
                    <a:pt x="30182" y="140943"/>
                  </a:moveTo>
                  <a:lnTo>
                    <a:pt x="30199" y="140307"/>
                  </a:lnTo>
                  <a:lnTo>
                    <a:pt x="30327" y="139700"/>
                  </a:lnTo>
                  <a:lnTo>
                    <a:pt x="30549" y="139700"/>
                  </a:lnTo>
                  <a:lnTo>
                    <a:pt x="30182" y="140943"/>
                  </a:lnTo>
                  <a:close/>
                </a:path>
                <a:path w="5939155" h="1026160">
                  <a:moveTo>
                    <a:pt x="5935700" y="878840"/>
                  </a:moveTo>
                  <a:lnTo>
                    <a:pt x="5909957" y="878840"/>
                  </a:lnTo>
                  <a:lnTo>
                    <a:pt x="5911615" y="868838"/>
                  </a:lnTo>
                  <a:lnTo>
                    <a:pt x="5912400" y="862331"/>
                  </a:lnTo>
                  <a:lnTo>
                    <a:pt x="5912463" y="861694"/>
                  </a:lnTo>
                  <a:lnTo>
                    <a:pt x="5912855" y="855980"/>
                  </a:lnTo>
                  <a:lnTo>
                    <a:pt x="5912942" y="854710"/>
                  </a:lnTo>
                  <a:lnTo>
                    <a:pt x="5913158" y="847090"/>
                  </a:lnTo>
                  <a:lnTo>
                    <a:pt x="5913158" y="179070"/>
                  </a:lnTo>
                  <a:lnTo>
                    <a:pt x="5909830" y="147320"/>
                  </a:lnTo>
                  <a:lnTo>
                    <a:pt x="5908862" y="142587"/>
                  </a:lnTo>
                  <a:lnTo>
                    <a:pt x="5908501" y="140943"/>
                  </a:lnTo>
                  <a:lnTo>
                    <a:pt x="5908303" y="140307"/>
                  </a:lnTo>
                  <a:lnTo>
                    <a:pt x="5908230" y="139700"/>
                  </a:lnTo>
                  <a:lnTo>
                    <a:pt x="5934260" y="139700"/>
                  </a:lnTo>
                  <a:lnTo>
                    <a:pt x="5934837" y="142240"/>
                  </a:lnTo>
                  <a:lnTo>
                    <a:pt x="5936301" y="150375"/>
                  </a:lnTo>
                  <a:lnTo>
                    <a:pt x="5936420" y="151035"/>
                  </a:lnTo>
                  <a:lnTo>
                    <a:pt x="5937592" y="160020"/>
                  </a:lnTo>
                  <a:lnTo>
                    <a:pt x="5937656" y="161290"/>
                  </a:lnTo>
                  <a:lnTo>
                    <a:pt x="5938304" y="168910"/>
                  </a:lnTo>
                  <a:lnTo>
                    <a:pt x="5938558" y="179070"/>
                  </a:lnTo>
                  <a:lnTo>
                    <a:pt x="5938558" y="847090"/>
                  </a:lnTo>
                  <a:lnTo>
                    <a:pt x="5938373" y="854710"/>
                  </a:lnTo>
                  <a:lnTo>
                    <a:pt x="5938342" y="855980"/>
                  </a:lnTo>
                  <a:lnTo>
                    <a:pt x="5937901" y="861694"/>
                  </a:lnTo>
                  <a:lnTo>
                    <a:pt x="5937852" y="862331"/>
                  </a:lnTo>
                  <a:lnTo>
                    <a:pt x="5937755" y="863589"/>
                  </a:lnTo>
                  <a:lnTo>
                    <a:pt x="5937656" y="864870"/>
                  </a:lnTo>
                  <a:lnTo>
                    <a:pt x="5937592" y="866140"/>
                  </a:lnTo>
                  <a:lnTo>
                    <a:pt x="5936526" y="873760"/>
                  </a:lnTo>
                  <a:lnTo>
                    <a:pt x="5936437" y="875030"/>
                  </a:lnTo>
                  <a:lnTo>
                    <a:pt x="5935700" y="878840"/>
                  </a:lnTo>
                  <a:close/>
                </a:path>
                <a:path w="5939155" h="1026160">
                  <a:moveTo>
                    <a:pt x="28463" y="148576"/>
                  </a:moveTo>
                  <a:lnTo>
                    <a:pt x="28587" y="147320"/>
                  </a:lnTo>
                  <a:lnTo>
                    <a:pt x="28727" y="147320"/>
                  </a:lnTo>
                  <a:lnTo>
                    <a:pt x="28463" y="148576"/>
                  </a:lnTo>
                  <a:close/>
                </a:path>
                <a:path w="5939155" h="1026160">
                  <a:moveTo>
                    <a:pt x="28716" y="878840"/>
                  </a:moveTo>
                  <a:lnTo>
                    <a:pt x="28587" y="878840"/>
                  </a:lnTo>
                  <a:lnTo>
                    <a:pt x="28381" y="877583"/>
                  </a:lnTo>
                  <a:lnTo>
                    <a:pt x="28716" y="878840"/>
                  </a:lnTo>
                  <a:close/>
                </a:path>
                <a:path w="5939155" h="1026160">
                  <a:moveTo>
                    <a:pt x="5934260" y="886460"/>
                  </a:moveTo>
                  <a:lnTo>
                    <a:pt x="5908230" y="886460"/>
                  </a:lnTo>
                  <a:lnTo>
                    <a:pt x="5910081" y="877583"/>
                  </a:lnTo>
                  <a:lnTo>
                    <a:pt x="5909957" y="878840"/>
                  </a:lnTo>
                  <a:lnTo>
                    <a:pt x="5935700" y="878840"/>
                  </a:lnTo>
                  <a:lnTo>
                    <a:pt x="5934964" y="882650"/>
                  </a:lnTo>
                  <a:lnTo>
                    <a:pt x="5934840" y="883888"/>
                  </a:lnTo>
                  <a:lnTo>
                    <a:pt x="5934260" y="886460"/>
                  </a:lnTo>
                  <a:close/>
                </a:path>
                <a:path w="5939155" h="1026160">
                  <a:moveTo>
                    <a:pt x="30549" y="886460"/>
                  </a:moveTo>
                  <a:lnTo>
                    <a:pt x="30327" y="886460"/>
                  </a:lnTo>
                  <a:lnTo>
                    <a:pt x="29763" y="883888"/>
                  </a:lnTo>
                  <a:lnTo>
                    <a:pt x="30181" y="885212"/>
                  </a:lnTo>
                  <a:lnTo>
                    <a:pt x="30549" y="886460"/>
                  </a:lnTo>
                  <a:close/>
                </a:path>
                <a:path w="5939155" h="1026160">
                  <a:moveTo>
                    <a:pt x="5930569" y="900430"/>
                  </a:moveTo>
                  <a:lnTo>
                    <a:pt x="5903696" y="900430"/>
                  </a:lnTo>
                  <a:lnTo>
                    <a:pt x="5906325" y="892810"/>
                  </a:lnTo>
                  <a:lnTo>
                    <a:pt x="5906135" y="892810"/>
                  </a:lnTo>
                  <a:lnTo>
                    <a:pt x="5908376" y="885212"/>
                  </a:lnTo>
                  <a:lnTo>
                    <a:pt x="5908355" y="885859"/>
                  </a:lnTo>
                  <a:lnTo>
                    <a:pt x="5908230" y="886460"/>
                  </a:lnTo>
                  <a:lnTo>
                    <a:pt x="5934260" y="886460"/>
                  </a:lnTo>
                  <a:lnTo>
                    <a:pt x="5932817" y="892810"/>
                  </a:lnTo>
                  <a:lnTo>
                    <a:pt x="5930569" y="900430"/>
                  </a:lnTo>
                  <a:close/>
                </a:path>
                <a:path w="5939155" h="1026160">
                  <a:moveTo>
                    <a:pt x="35143" y="900430"/>
                  </a:moveTo>
                  <a:lnTo>
                    <a:pt x="34861" y="900430"/>
                  </a:lnTo>
                  <a:lnTo>
                    <a:pt x="34645" y="899160"/>
                  </a:lnTo>
                  <a:lnTo>
                    <a:pt x="35143" y="900430"/>
                  </a:lnTo>
                  <a:close/>
                </a:path>
                <a:path w="5939155" h="1026160">
                  <a:moveTo>
                    <a:pt x="5925464" y="914400"/>
                  </a:moveTo>
                  <a:lnTo>
                    <a:pt x="5897816" y="914400"/>
                  </a:lnTo>
                  <a:lnTo>
                    <a:pt x="5901156" y="906780"/>
                  </a:lnTo>
                  <a:lnTo>
                    <a:pt x="5900915" y="906780"/>
                  </a:lnTo>
                  <a:lnTo>
                    <a:pt x="5903912" y="899160"/>
                  </a:lnTo>
                  <a:lnTo>
                    <a:pt x="5903696" y="900430"/>
                  </a:lnTo>
                  <a:lnTo>
                    <a:pt x="5930569" y="900430"/>
                  </a:lnTo>
                  <a:lnTo>
                    <a:pt x="5927750" y="908050"/>
                  </a:lnTo>
                  <a:lnTo>
                    <a:pt x="5925464" y="914400"/>
                  </a:lnTo>
                  <a:close/>
                </a:path>
                <a:path w="5939155" h="1026160">
                  <a:moveTo>
                    <a:pt x="41088" y="914400"/>
                  </a:moveTo>
                  <a:lnTo>
                    <a:pt x="40741" y="914400"/>
                  </a:lnTo>
                  <a:lnTo>
                    <a:pt x="40474" y="913130"/>
                  </a:lnTo>
                  <a:lnTo>
                    <a:pt x="41088" y="914400"/>
                  </a:lnTo>
                  <a:close/>
                </a:path>
                <a:path w="5939155" h="1026160">
                  <a:moveTo>
                    <a:pt x="5912688" y="939800"/>
                  </a:moveTo>
                  <a:lnTo>
                    <a:pt x="5882335" y="939800"/>
                  </a:lnTo>
                  <a:lnTo>
                    <a:pt x="5886983" y="933450"/>
                  </a:lnTo>
                  <a:lnTo>
                    <a:pt x="5886640" y="933450"/>
                  </a:lnTo>
                  <a:lnTo>
                    <a:pt x="5890983" y="927100"/>
                  </a:lnTo>
                  <a:lnTo>
                    <a:pt x="5890666" y="927100"/>
                  </a:lnTo>
                  <a:lnTo>
                    <a:pt x="5894692" y="920750"/>
                  </a:lnTo>
                  <a:lnTo>
                    <a:pt x="5894400" y="920750"/>
                  </a:lnTo>
                  <a:lnTo>
                    <a:pt x="5898083" y="913130"/>
                  </a:lnTo>
                  <a:lnTo>
                    <a:pt x="5897816" y="914400"/>
                  </a:lnTo>
                  <a:lnTo>
                    <a:pt x="5925464" y="914400"/>
                  </a:lnTo>
                  <a:lnTo>
                    <a:pt x="5924549" y="916940"/>
                  </a:lnTo>
                  <a:lnTo>
                    <a:pt x="5924308" y="916940"/>
                  </a:lnTo>
                  <a:lnTo>
                    <a:pt x="5920689" y="924560"/>
                  </a:lnTo>
                  <a:lnTo>
                    <a:pt x="5916714" y="933450"/>
                  </a:lnTo>
                  <a:lnTo>
                    <a:pt x="5912688" y="939800"/>
                  </a:lnTo>
                  <a:close/>
                </a:path>
                <a:path w="5939155" h="1026160">
                  <a:moveTo>
                    <a:pt x="56847" y="939800"/>
                  </a:moveTo>
                  <a:lnTo>
                    <a:pt x="56222" y="939800"/>
                  </a:lnTo>
                  <a:lnTo>
                    <a:pt x="55854" y="938530"/>
                  </a:lnTo>
                  <a:lnTo>
                    <a:pt x="56847" y="939800"/>
                  </a:lnTo>
                  <a:close/>
                </a:path>
                <a:path w="5939155" h="1026160">
                  <a:moveTo>
                    <a:pt x="5905176" y="951230"/>
                  </a:moveTo>
                  <a:lnTo>
                    <a:pt x="5872873" y="951230"/>
                  </a:lnTo>
                  <a:lnTo>
                    <a:pt x="5878131" y="944880"/>
                  </a:lnTo>
                  <a:lnTo>
                    <a:pt x="5877737" y="944880"/>
                  </a:lnTo>
                  <a:lnTo>
                    <a:pt x="5882690" y="938530"/>
                  </a:lnTo>
                  <a:lnTo>
                    <a:pt x="5882335" y="939800"/>
                  </a:lnTo>
                  <a:lnTo>
                    <a:pt x="5912688" y="939800"/>
                  </a:lnTo>
                  <a:lnTo>
                    <a:pt x="5908027" y="947420"/>
                  </a:lnTo>
                  <a:lnTo>
                    <a:pt x="5907684" y="947420"/>
                  </a:lnTo>
                  <a:lnTo>
                    <a:pt x="5905176" y="951230"/>
                  </a:lnTo>
                  <a:close/>
                </a:path>
                <a:path w="5939155" h="1026160">
                  <a:moveTo>
                    <a:pt x="66372" y="951230"/>
                  </a:moveTo>
                  <a:lnTo>
                    <a:pt x="65684" y="951230"/>
                  </a:lnTo>
                  <a:lnTo>
                    <a:pt x="65265" y="949960"/>
                  </a:lnTo>
                  <a:lnTo>
                    <a:pt x="66372" y="951230"/>
                  </a:lnTo>
                  <a:close/>
                </a:path>
                <a:path w="5939155" h="1026160">
                  <a:moveTo>
                    <a:pt x="5871711" y="986790"/>
                  </a:moveTo>
                  <a:lnTo>
                    <a:pt x="5825477" y="986790"/>
                  </a:lnTo>
                  <a:lnTo>
                    <a:pt x="5832678" y="982980"/>
                  </a:lnTo>
                  <a:lnTo>
                    <a:pt x="5832132" y="982980"/>
                  </a:lnTo>
                  <a:lnTo>
                    <a:pt x="5839129" y="979170"/>
                  </a:lnTo>
                  <a:lnTo>
                    <a:pt x="5838596" y="979170"/>
                  </a:lnTo>
                  <a:lnTo>
                    <a:pt x="5845378" y="975360"/>
                  </a:lnTo>
                  <a:lnTo>
                    <a:pt x="5844870" y="975360"/>
                  </a:lnTo>
                  <a:lnTo>
                    <a:pt x="5851423" y="970280"/>
                  </a:lnTo>
                  <a:lnTo>
                    <a:pt x="5850928" y="970280"/>
                  </a:lnTo>
                  <a:lnTo>
                    <a:pt x="5857240" y="966470"/>
                  </a:lnTo>
                  <a:lnTo>
                    <a:pt x="5856770" y="966470"/>
                  </a:lnTo>
                  <a:lnTo>
                    <a:pt x="5862827" y="961390"/>
                  </a:lnTo>
                  <a:lnTo>
                    <a:pt x="5862383" y="961390"/>
                  </a:lnTo>
                  <a:lnTo>
                    <a:pt x="5868187" y="956310"/>
                  </a:lnTo>
                  <a:lnTo>
                    <a:pt x="5867755" y="956310"/>
                  </a:lnTo>
                  <a:lnTo>
                    <a:pt x="5873280" y="949960"/>
                  </a:lnTo>
                  <a:lnTo>
                    <a:pt x="5872873" y="951230"/>
                  </a:lnTo>
                  <a:lnTo>
                    <a:pt x="5905176" y="951230"/>
                  </a:lnTo>
                  <a:lnTo>
                    <a:pt x="5902667" y="955040"/>
                  </a:lnTo>
                  <a:lnTo>
                    <a:pt x="5897714" y="961390"/>
                  </a:lnTo>
                  <a:lnTo>
                    <a:pt x="5891669" y="967740"/>
                  </a:lnTo>
                  <a:lnTo>
                    <a:pt x="5885713" y="974090"/>
                  </a:lnTo>
                  <a:lnTo>
                    <a:pt x="5879465" y="980440"/>
                  </a:lnTo>
                  <a:lnTo>
                    <a:pt x="5873407" y="985520"/>
                  </a:lnTo>
                  <a:lnTo>
                    <a:pt x="5871711" y="986790"/>
                  </a:lnTo>
                  <a:close/>
                </a:path>
                <a:path w="5939155" h="1026160">
                  <a:moveTo>
                    <a:pt x="114990" y="986790"/>
                  </a:moveTo>
                  <a:lnTo>
                    <a:pt x="113080" y="986790"/>
                  </a:lnTo>
                  <a:lnTo>
                    <a:pt x="112522" y="985520"/>
                  </a:lnTo>
                  <a:lnTo>
                    <a:pt x="114990" y="986790"/>
                  </a:lnTo>
                  <a:close/>
                </a:path>
                <a:path w="5939155" h="1026160">
                  <a:moveTo>
                    <a:pt x="5852312" y="1000760"/>
                  </a:moveTo>
                  <a:lnTo>
                    <a:pt x="5774334" y="1000760"/>
                  </a:lnTo>
                  <a:lnTo>
                    <a:pt x="5782691" y="999490"/>
                  </a:lnTo>
                  <a:lnTo>
                    <a:pt x="5782068" y="999490"/>
                  </a:lnTo>
                  <a:lnTo>
                    <a:pt x="5790285" y="998220"/>
                  </a:lnTo>
                  <a:lnTo>
                    <a:pt x="5789663" y="998220"/>
                  </a:lnTo>
                  <a:lnTo>
                    <a:pt x="5797740" y="996950"/>
                  </a:lnTo>
                  <a:lnTo>
                    <a:pt x="5797130" y="996950"/>
                  </a:lnTo>
                  <a:lnTo>
                    <a:pt x="5805055" y="994410"/>
                  </a:lnTo>
                  <a:lnTo>
                    <a:pt x="5804458" y="994410"/>
                  </a:lnTo>
                  <a:lnTo>
                    <a:pt x="5812218" y="991870"/>
                  </a:lnTo>
                  <a:lnTo>
                    <a:pt x="5811621" y="991870"/>
                  </a:lnTo>
                  <a:lnTo>
                    <a:pt x="5819203" y="989330"/>
                  </a:lnTo>
                  <a:lnTo>
                    <a:pt x="5818632" y="989330"/>
                  </a:lnTo>
                  <a:lnTo>
                    <a:pt x="5826036" y="985520"/>
                  </a:lnTo>
                  <a:lnTo>
                    <a:pt x="5825477" y="986790"/>
                  </a:lnTo>
                  <a:lnTo>
                    <a:pt x="5871711" y="986790"/>
                  </a:lnTo>
                  <a:lnTo>
                    <a:pt x="5866625" y="990600"/>
                  </a:lnTo>
                  <a:lnTo>
                    <a:pt x="5859589" y="995680"/>
                  </a:lnTo>
                  <a:lnTo>
                    <a:pt x="5859081" y="995680"/>
                  </a:lnTo>
                  <a:lnTo>
                    <a:pt x="5852312" y="10007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235412" y="2802940"/>
              <a:ext cx="5939155" cy="5021580"/>
            </a:xfrm>
            <a:custGeom>
              <a:avLst/>
              <a:gdLst/>
              <a:ahLst/>
              <a:cxnLst/>
              <a:rect l="l" t="t" r="r" b="b"/>
              <a:pathLst>
                <a:path w="5939155" h="5021580">
                  <a:moveTo>
                    <a:pt x="5938469" y="3700361"/>
                  </a:moveTo>
                  <a:lnTo>
                    <a:pt x="5938190" y="3700361"/>
                  </a:lnTo>
                  <a:lnTo>
                    <a:pt x="5937745" y="3687661"/>
                  </a:lnTo>
                  <a:lnTo>
                    <a:pt x="5937135" y="3687661"/>
                  </a:lnTo>
                  <a:lnTo>
                    <a:pt x="5936348" y="3674961"/>
                  </a:lnTo>
                  <a:lnTo>
                    <a:pt x="5935396" y="3674961"/>
                  </a:lnTo>
                  <a:lnTo>
                    <a:pt x="5934278" y="3662261"/>
                  </a:lnTo>
                  <a:lnTo>
                    <a:pt x="5932995" y="3662261"/>
                  </a:lnTo>
                  <a:lnTo>
                    <a:pt x="5931547" y="3649561"/>
                  </a:lnTo>
                  <a:lnTo>
                    <a:pt x="5929947" y="3649561"/>
                  </a:lnTo>
                  <a:lnTo>
                    <a:pt x="5928195" y="3636861"/>
                  </a:lnTo>
                  <a:lnTo>
                    <a:pt x="5926277" y="3636861"/>
                  </a:lnTo>
                  <a:lnTo>
                    <a:pt x="5924207" y="3624161"/>
                  </a:lnTo>
                  <a:lnTo>
                    <a:pt x="5921984" y="3624161"/>
                  </a:lnTo>
                  <a:lnTo>
                    <a:pt x="5919622" y="3611461"/>
                  </a:lnTo>
                  <a:lnTo>
                    <a:pt x="5917235" y="3611461"/>
                  </a:lnTo>
                  <a:lnTo>
                    <a:pt x="5913158" y="3601847"/>
                  </a:lnTo>
                  <a:lnTo>
                    <a:pt x="5913158" y="4754461"/>
                  </a:lnTo>
                  <a:lnTo>
                    <a:pt x="5912828" y="4767161"/>
                  </a:lnTo>
                  <a:lnTo>
                    <a:pt x="5912421" y="4767161"/>
                  </a:lnTo>
                  <a:lnTo>
                    <a:pt x="5911862" y="4779861"/>
                  </a:lnTo>
                  <a:lnTo>
                    <a:pt x="5911151" y="4779861"/>
                  </a:lnTo>
                  <a:lnTo>
                    <a:pt x="5910288" y="4792561"/>
                  </a:lnTo>
                  <a:lnTo>
                    <a:pt x="5909272" y="4792561"/>
                  </a:lnTo>
                  <a:lnTo>
                    <a:pt x="5908116" y="4805261"/>
                  </a:lnTo>
                  <a:lnTo>
                    <a:pt x="5905347" y="4805261"/>
                  </a:lnTo>
                  <a:lnTo>
                    <a:pt x="5903760" y="4817961"/>
                  </a:lnTo>
                  <a:lnTo>
                    <a:pt x="5902020" y="4817961"/>
                  </a:lnTo>
                  <a:lnTo>
                    <a:pt x="5900153" y="4830661"/>
                  </a:lnTo>
                  <a:lnTo>
                    <a:pt x="5898134" y="4830661"/>
                  </a:lnTo>
                  <a:lnTo>
                    <a:pt x="5896000" y="4843361"/>
                  </a:lnTo>
                  <a:lnTo>
                    <a:pt x="5893905" y="4843361"/>
                  </a:lnTo>
                  <a:lnTo>
                    <a:pt x="5888710" y="4856061"/>
                  </a:lnTo>
                  <a:lnTo>
                    <a:pt x="5888977" y="4856061"/>
                  </a:lnTo>
                  <a:lnTo>
                    <a:pt x="5883249" y="4868761"/>
                  </a:lnTo>
                  <a:lnTo>
                    <a:pt x="5883541" y="4868761"/>
                  </a:lnTo>
                  <a:lnTo>
                    <a:pt x="5877293" y="4881461"/>
                  </a:lnTo>
                  <a:lnTo>
                    <a:pt x="5871210" y="4881461"/>
                  </a:lnTo>
                  <a:lnTo>
                    <a:pt x="5863983" y="4894161"/>
                  </a:lnTo>
                  <a:lnTo>
                    <a:pt x="5864339" y="4894161"/>
                  </a:lnTo>
                  <a:lnTo>
                    <a:pt x="5856643" y="4906861"/>
                  </a:lnTo>
                  <a:lnTo>
                    <a:pt x="5857024" y="4906861"/>
                  </a:lnTo>
                  <a:lnTo>
                    <a:pt x="5848883" y="4919561"/>
                  </a:lnTo>
                  <a:lnTo>
                    <a:pt x="5841123" y="4919561"/>
                  </a:lnTo>
                  <a:lnTo>
                    <a:pt x="5832119" y="4932261"/>
                  </a:lnTo>
                  <a:lnTo>
                    <a:pt x="5832564" y="4932261"/>
                  </a:lnTo>
                  <a:lnTo>
                    <a:pt x="5823153" y="4944961"/>
                  </a:lnTo>
                  <a:lnTo>
                    <a:pt x="5814314" y="4944961"/>
                  </a:lnTo>
                  <a:lnTo>
                    <a:pt x="5804141" y="4957661"/>
                  </a:lnTo>
                  <a:lnTo>
                    <a:pt x="5794641" y="4957661"/>
                  </a:lnTo>
                  <a:lnTo>
                    <a:pt x="5783783" y="4970361"/>
                  </a:lnTo>
                  <a:lnTo>
                    <a:pt x="5773699" y="4970361"/>
                  </a:lnTo>
                  <a:lnTo>
                    <a:pt x="5762206" y="4983061"/>
                  </a:lnTo>
                  <a:lnTo>
                    <a:pt x="5762637" y="4970361"/>
                  </a:lnTo>
                  <a:lnTo>
                    <a:pt x="5756783" y="4983061"/>
                  </a:lnTo>
                  <a:lnTo>
                    <a:pt x="5728297" y="4983061"/>
                  </a:lnTo>
                  <a:lnTo>
                    <a:pt x="5722048" y="4995761"/>
                  </a:lnTo>
                  <a:lnTo>
                    <a:pt x="216509" y="4995761"/>
                  </a:lnTo>
                  <a:lnTo>
                    <a:pt x="210261" y="4983061"/>
                  </a:lnTo>
                  <a:lnTo>
                    <a:pt x="181775" y="4983061"/>
                  </a:lnTo>
                  <a:lnTo>
                    <a:pt x="175920" y="4970361"/>
                  </a:lnTo>
                  <a:lnTo>
                    <a:pt x="176339" y="4983061"/>
                  </a:lnTo>
                  <a:lnTo>
                    <a:pt x="164858" y="4970361"/>
                  </a:lnTo>
                  <a:lnTo>
                    <a:pt x="154774" y="4970361"/>
                  </a:lnTo>
                  <a:lnTo>
                    <a:pt x="143903" y="4957661"/>
                  </a:lnTo>
                  <a:lnTo>
                    <a:pt x="134416" y="4957661"/>
                  </a:lnTo>
                  <a:lnTo>
                    <a:pt x="124244" y="4944961"/>
                  </a:lnTo>
                  <a:lnTo>
                    <a:pt x="115404" y="4944961"/>
                  </a:lnTo>
                  <a:lnTo>
                    <a:pt x="105994" y="4932261"/>
                  </a:lnTo>
                  <a:lnTo>
                    <a:pt x="106438" y="4932261"/>
                  </a:lnTo>
                  <a:lnTo>
                    <a:pt x="97434" y="4919561"/>
                  </a:lnTo>
                  <a:lnTo>
                    <a:pt x="89674" y="4919561"/>
                  </a:lnTo>
                  <a:lnTo>
                    <a:pt x="81521" y="4906861"/>
                  </a:lnTo>
                  <a:lnTo>
                    <a:pt x="81915" y="4906861"/>
                  </a:lnTo>
                  <a:lnTo>
                    <a:pt x="74206" y="4894161"/>
                  </a:lnTo>
                  <a:lnTo>
                    <a:pt x="74574" y="4894161"/>
                  </a:lnTo>
                  <a:lnTo>
                    <a:pt x="67348" y="4881461"/>
                  </a:lnTo>
                  <a:lnTo>
                    <a:pt x="61252" y="4881461"/>
                  </a:lnTo>
                  <a:lnTo>
                    <a:pt x="55016" y="4868761"/>
                  </a:lnTo>
                  <a:lnTo>
                    <a:pt x="55308" y="4868761"/>
                  </a:lnTo>
                  <a:lnTo>
                    <a:pt x="49580" y="4856061"/>
                  </a:lnTo>
                  <a:lnTo>
                    <a:pt x="49847" y="4856061"/>
                  </a:lnTo>
                  <a:lnTo>
                    <a:pt x="44653" y="4843361"/>
                  </a:lnTo>
                  <a:lnTo>
                    <a:pt x="42443" y="4843361"/>
                  </a:lnTo>
                  <a:lnTo>
                    <a:pt x="40309" y="4830661"/>
                  </a:lnTo>
                  <a:lnTo>
                    <a:pt x="38303" y="4830661"/>
                  </a:lnTo>
                  <a:lnTo>
                    <a:pt x="36436" y="4817961"/>
                  </a:lnTo>
                  <a:lnTo>
                    <a:pt x="34709" y="4817961"/>
                  </a:lnTo>
                  <a:lnTo>
                    <a:pt x="33121" y="4805261"/>
                  </a:lnTo>
                  <a:lnTo>
                    <a:pt x="30378" y="4805261"/>
                  </a:lnTo>
                  <a:lnTo>
                    <a:pt x="29222" y="4792561"/>
                  </a:lnTo>
                  <a:lnTo>
                    <a:pt x="28219" y="4792561"/>
                  </a:lnTo>
                  <a:lnTo>
                    <a:pt x="27355" y="4779861"/>
                  </a:lnTo>
                  <a:lnTo>
                    <a:pt x="26657" y="4779861"/>
                  </a:lnTo>
                  <a:lnTo>
                    <a:pt x="26098" y="4767161"/>
                  </a:lnTo>
                  <a:lnTo>
                    <a:pt x="25704" y="4767161"/>
                  </a:lnTo>
                  <a:lnTo>
                    <a:pt x="25476" y="4754461"/>
                  </a:lnTo>
                  <a:lnTo>
                    <a:pt x="25476" y="3700361"/>
                  </a:lnTo>
                  <a:lnTo>
                    <a:pt x="25730" y="3700361"/>
                  </a:lnTo>
                  <a:lnTo>
                    <a:pt x="26123" y="3687661"/>
                  </a:lnTo>
                  <a:lnTo>
                    <a:pt x="26682" y="3687661"/>
                  </a:lnTo>
                  <a:lnTo>
                    <a:pt x="27393" y="3674961"/>
                  </a:lnTo>
                  <a:lnTo>
                    <a:pt x="28270" y="3674961"/>
                  </a:lnTo>
                  <a:lnTo>
                    <a:pt x="29273" y="3662261"/>
                  </a:lnTo>
                  <a:lnTo>
                    <a:pt x="31750" y="3662261"/>
                  </a:lnTo>
                  <a:lnTo>
                    <a:pt x="33197" y="3649561"/>
                  </a:lnTo>
                  <a:lnTo>
                    <a:pt x="34798" y="3649561"/>
                  </a:lnTo>
                  <a:lnTo>
                    <a:pt x="36537" y="3636861"/>
                  </a:lnTo>
                  <a:lnTo>
                    <a:pt x="38404" y="3636861"/>
                  </a:lnTo>
                  <a:lnTo>
                    <a:pt x="40411" y="3624161"/>
                  </a:lnTo>
                  <a:lnTo>
                    <a:pt x="42557" y="3624161"/>
                  </a:lnTo>
                  <a:lnTo>
                    <a:pt x="44831" y="3611461"/>
                  </a:lnTo>
                  <a:lnTo>
                    <a:pt x="44653" y="3611461"/>
                  </a:lnTo>
                  <a:lnTo>
                    <a:pt x="49847" y="3598761"/>
                  </a:lnTo>
                  <a:lnTo>
                    <a:pt x="49580" y="3611461"/>
                  </a:lnTo>
                  <a:lnTo>
                    <a:pt x="55308" y="3598761"/>
                  </a:lnTo>
                  <a:lnTo>
                    <a:pt x="55016" y="3598761"/>
                  </a:lnTo>
                  <a:lnTo>
                    <a:pt x="61252" y="3586061"/>
                  </a:lnTo>
                  <a:lnTo>
                    <a:pt x="60934" y="3586061"/>
                  </a:lnTo>
                  <a:lnTo>
                    <a:pt x="67691" y="3573361"/>
                  </a:lnTo>
                  <a:lnTo>
                    <a:pt x="67348" y="3573361"/>
                  </a:lnTo>
                  <a:lnTo>
                    <a:pt x="74574" y="3560661"/>
                  </a:lnTo>
                  <a:lnTo>
                    <a:pt x="81521" y="3560661"/>
                  </a:lnTo>
                  <a:lnTo>
                    <a:pt x="89674" y="3547961"/>
                  </a:lnTo>
                  <a:lnTo>
                    <a:pt x="89268" y="3547961"/>
                  </a:lnTo>
                  <a:lnTo>
                    <a:pt x="97853" y="3535261"/>
                  </a:lnTo>
                  <a:lnTo>
                    <a:pt x="105994" y="3535261"/>
                  </a:lnTo>
                  <a:lnTo>
                    <a:pt x="115404" y="3522561"/>
                  </a:lnTo>
                  <a:lnTo>
                    <a:pt x="114935" y="3522561"/>
                  </a:lnTo>
                  <a:lnTo>
                    <a:pt x="124726" y="3509861"/>
                  </a:lnTo>
                  <a:lnTo>
                    <a:pt x="133908" y="3509861"/>
                  </a:lnTo>
                  <a:lnTo>
                    <a:pt x="144437" y="3497161"/>
                  </a:lnTo>
                  <a:lnTo>
                    <a:pt x="154228" y="3497161"/>
                  </a:lnTo>
                  <a:lnTo>
                    <a:pt x="165417" y="3484461"/>
                  </a:lnTo>
                  <a:lnTo>
                    <a:pt x="192798" y="3484461"/>
                  </a:lnTo>
                  <a:lnTo>
                    <a:pt x="198869" y="3471761"/>
                  </a:lnTo>
                  <a:lnTo>
                    <a:pt x="259207" y="3471761"/>
                  </a:lnTo>
                  <a:lnTo>
                    <a:pt x="265861" y="3459061"/>
                  </a:lnTo>
                  <a:lnTo>
                    <a:pt x="5672696" y="3459061"/>
                  </a:lnTo>
                  <a:lnTo>
                    <a:pt x="5679351" y="3471761"/>
                  </a:lnTo>
                  <a:lnTo>
                    <a:pt x="5739689" y="3471761"/>
                  </a:lnTo>
                  <a:lnTo>
                    <a:pt x="5745746" y="3484461"/>
                  </a:lnTo>
                  <a:lnTo>
                    <a:pt x="5773140" y="3484461"/>
                  </a:lnTo>
                  <a:lnTo>
                    <a:pt x="5784329" y="3497161"/>
                  </a:lnTo>
                  <a:lnTo>
                    <a:pt x="5794121" y="3497161"/>
                  </a:lnTo>
                  <a:lnTo>
                    <a:pt x="5804649" y="3509861"/>
                  </a:lnTo>
                  <a:lnTo>
                    <a:pt x="5813818" y="3509861"/>
                  </a:lnTo>
                  <a:lnTo>
                    <a:pt x="5823623" y="3522561"/>
                  </a:lnTo>
                  <a:lnTo>
                    <a:pt x="5823153" y="3522561"/>
                  </a:lnTo>
                  <a:lnTo>
                    <a:pt x="5832564" y="3535261"/>
                  </a:lnTo>
                  <a:lnTo>
                    <a:pt x="5840692" y="3535261"/>
                  </a:lnTo>
                  <a:lnTo>
                    <a:pt x="5849290" y="3547961"/>
                  </a:lnTo>
                  <a:lnTo>
                    <a:pt x="5848883" y="3547961"/>
                  </a:lnTo>
                  <a:lnTo>
                    <a:pt x="5857024" y="3560661"/>
                  </a:lnTo>
                  <a:lnTo>
                    <a:pt x="5863983" y="3560661"/>
                  </a:lnTo>
                  <a:lnTo>
                    <a:pt x="5871210" y="3573361"/>
                  </a:lnTo>
                  <a:lnTo>
                    <a:pt x="5870867" y="3573361"/>
                  </a:lnTo>
                  <a:lnTo>
                    <a:pt x="5877611" y="3586061"/>
                  </a:lnTo>
                  <a:lnTo>
                    <a:pt x="5877293" y="3586061"/>
                  </a:lnTo>
                  <a:lnTo>
                    <a:pt x="5883541" y="3598761"/>
                  </a:lnTo>
                  <a:lnTo>
                    <a:pt x="5883249" y="3598761"/>
                  </a:lnTo>
                  <a:lnTo>
                    <a:pt x="5888977" y="3611461"/>
                  </a:lnTo>
                  <a:lnTo>
                    <a:pt x="5888710" y="3598761"/>
                  </a:lnTo>
                  <a:lnTo>
                    <a:pt x="5893905" y="3611461"/>
                  </a:lnTo>
                  <a:lnTo>
                    <a:pt x="5893714" y="3611461"/>
                  </a:lnTo>
                  <a:lnTo>
                    <a:pt x="5896114" y="3624161"/>
                  </a:lnTo>
                  <a:lnTo>
                    <a:pt x="5898248" y="3624161"/>
                  </a:lnTo>
                  <a:lnTo>
                    <a:pt x="5900255" y="3636861"/>
                  </a:lnTo>
                  <a:lnTo>
                    <a:pt x="5902122" y="3636861"/>
                  </a:lnTo>
                  <a:lnTo>
                    <a:pt x="5903849" y="3649561"/>
                  </a:lnTo>
                  <a:lnTo>
                    <a:pt x="5905436" y="3649561"/>
                  </a:lnTo>
                  <a:lnTo>
                    <a:pt x="5906871" y="3662261"/>
                  </a:lnTo>
                  <a:lnTo>
                    <a:pt x="5909335" y="3662261"/>
                  </a:lnTo>
                  <a:lnTo>
                    <a:pt x="5910338" y="3674961"/>
                  </a:lnTo>
                  <a:lnTo>
                    <a:pt x="5911202" y="3674961"/>
                  </a:lnTo>
                  <a:lnTo>
                    <a:pt x="5911901" y="3687661"/>
                  </a:lnTo>
                  <a:lnTo>
                    <a:pt x="5912447" y="3687661"/>
                  </a:lnTo>
                  <a:lnTo>
                    <a:pt x="5912840" y="3700361"/>
                  </a:lnTo>
                  <a:lnTo>
                    <a:pt x="5913082" y="3700361"/>
                  </a:lnTo>
                  <a:lnTo>
                    <a:pt x="5913158" y="4754461"/>
                  </a:lnTo>
                  <a:lnTo>
                    <a:pt x="5913158" y="3601847"/>
                  </a:lnTo>
                  <a:lnTo>
                    <a:pt x="5911850" y="3598761"/>
                  </a:lnTo>
                  <a:lnTo>
                    <a:pt x="5905563" y="3586061"/>
                  </a:lnTo>
                  <a:lnTo>
                    <a:pt x="5899315" y="3573361"/>
                  </a:lnTo>
                  <a:lnTo>
                    <a:pt x="5898997" y="3573361"/>
                  </a:lnTo>
                  <a:lnTo>
                    <a:pt x="5892254" y="3560661"/>
                  </a:lnTo>
                  <a:lnTo>
                    <a:pt x="5891911" y="3560661"/>
                  </a:lnTo>
                  <a:lnTo>
                    <a:pt x="5884316" y="3547961"/>
                  </a:lnTo>
                  <a:lnTo>
                    <a:pt x="5876620" y="3535261"/>
                  </a:lnTo>
                  <a:lnTo>
                    <a:pt x="5868073" y="3535261"/>
                  </a:lnTo>
                  <a:lnTo>
                    <a:pt x="5859081" y="3522561"/>
                  </a:lnTo>
                  <a:lnTo>
                    <a:pt x="5849201" y="3509861"/>
                  </a:lnTo>
                  <a:lnTo>
                    <a:pt x="5839790" y="3497161"/>
                  </a:lnTo>
                  <a:lnTo>
                    <a:pt x="5829033" y="3497161"/>
                  </a:lnTo>
                  <a:lnTo>
                    <a:pt x="5818860" y="3484461"/>
                  </a:lnTo>
                  <a:lnTo>
                    <a:pt x="5807837" y="3484461"/>
                  </a:lnTo>
                  <a:lnTo>
                    <a:pt x="5795911" y="3471761"/>
                  </a:lnTo>
                  <a:lnTo>
                    <a:pt x="5784723" y="3471761"/>
                  </a:lnTo>
                  <a:lnTo>
                    <a:pt x="5772670" y="3459061"/>
                  </a:lnTo>
                  <a:lnTo>
                    <a:pt x="5753595" y="3459061"/>
                  </a:lnTo>
                  <a:lnTo>
                    <a:pt x="5747232" y="3446361"/>
                  </a:lnTo>
                  <a:lnTo>
                    <a:pt x="191020" y="3446361"/>
                  </a:lnTo>
                  <a:lnTo>
                    <a:pt x="184658" y="3459061"/>
                  </a:lnTo>
                  <a:lnTo>
                    <a:pt x="165874" y="3459061"/>
                  </a:lnTo>
                  <a:lnTo>
                    <a:pt x="153835" y="3471761"/>
                  </a:lnTo>
                  <a:lnTo>
                    <a:pt x="142646" y="3471761"/>
                  </a:lnTo>
                  <a:lnTo>
                    <a:pt x="131241" y="3484461"/>
                  </a:lnTo>
                  <a:lnTo>
                    <a:pt x="120192" y="3484461"/>
                  </a:lnTo>
                  <a:lnTo>
                    <a:pt x="109524" y="3497161"/>
                  </a:lnTo>
                  <a:lnTo>
                    <a:pt x="98767" y="3497161"/>
                  </a:lnTo>
                  <a:lnTo>
                    <a:pt x="89357" y="3509861"/>
                  </a:lnTo>
                  <a:lnTo>
                    <a:pt x="79476" y="3522561"/>
                  </a:lnTo>
                  <a:lnTo>
                    <a:pt x="70485" y="3535261"/>
                  </a:lnTo>
                  <a:lnTo>
                    <a:pt x="61937" y="3535261"/>
                  </a:lnTo>
                  <a:lnTo>
                    <a:pt x="54241" y="3547961"/>
                  </a:lnTo>
                  <a:lnTo>
                    <a:pt x="46647" y="3560661"/>
                  </a:lnTo>
                  <a:lnTo>
                    <a:pt x="46304" y="3560661"/>
                  </a:lnTo>
                  <a:lnTo>
                    <a:pt x="39560" y="3573361"/>
                  </a:lnTo>
                  <a:lnTo>
                    <a:pt x="39243" y="3573361"/>
                  </a:lnTo>
                  <a:lnTo>
                    <a:pt x="32994" y="3586061"/>
                  </a:lnTo>
                  <a:lnTo>
                    <a:pt x="26708" y="3598761"/>
                  </a:lnTo>
                  <a:lnTo>
                    <a:pt x="21323" y="3611461"/>
                  </a:lnTo>
                  <a:lnTo>
                    <a:pt x="18821" y="3611461"/>
                  </a:lnTo>
                  <a:lnTo>
                    <a:pt x="16459" y="3624161"/>
                  </a:lnTo>
                  <a:lnTo>
                    <a:pt x="14249" y="3624161"/>
                  </a:lnTo>
                  <a:lnTo>
                    <a:pt x="12192" y="3636861"/>
                  </a:lnTo>
                  <a:lnTo>
                    <a:pt x="10274" y="3636861"/>
                  </a:lnTo>
                  <a:lnTo>
                    <a:pt x="8521" y="3649561"/>
                  </a:lnTo>
                  <a:lnTo>
                    <a:pt x="6997" y="3649561"/>
                  </a:lnTo>
                  <a:lnTo>
                    <a:pt x="5499" y="3662261"/>
                  </a:lnTo>
                  <a:lnTo>
                    <a:pt x="4216" y="3662261"/>
                  </a:lnTo>
                  <a:lnTo>
                    <a:pt x="3111" y="3674961"/>
                  </a:lnTo>
                  <a:lnTo>
                    <a:pt x="2159" y="3674961"/>
                  </a:lnTo>
                  <a:lnTo>
                    <a:pt x="1384" y="3687661"/>
                  </a:lnTo>
                  <a:lnTo>
                    <a:pt x="774" y="3687661"/>
                  </a:lnTo>
                  <a:lnTo>
                    <a:pt x="342" y="3700361"/>
                  </a:lnTo>
                  <a:lnTo>
                    <a:pt x="88" y="3700361"/>
                  </a:lnTo>
                  <a:lnTo>
                    <a:pt x="88" y="4754461"/>
                  </a:lnTo>
                  <a:lnTo>
                    <a:pt x="355" y="4767161"/>
                  </a:lnTo>
                  <a:lnTo>
                    <a:pt x="800" y="4767161"/>
                  </a:lnTo>
                  <a:lnTo>
                    <a:pt x="1422" y="4779861"/>
                  </a:lnTo>
                  <a:lnTo>
                    <a:pt x="2159" y="4779861"/>
                  </a:lnTo>
                  <a:lnTo>
                    <a:pt x="3162" y="4792561"/>
                  </a:lnTo>
                  <a:lnTo>
                    <a:pt x="4279" y="4792561"/>
                  </a:lnTo>
                  <a:lnTo>
                    <a:pt x="5562" y="4805261"/>
                  </a:lnTo>
                  <a:lnTo>
                    <a:pt x="6997" y="4805261"/>
                  </a:lnTo>
                  <a:lnTo>
                    <a:pt x="8521" y="4817961"/>
                  </a:lnTo>
                  <a:lnTo>
                    <a:pt x="10363" y="4817961"/>
                  </a:lnTo>
                  <a:lnTo>
                    <a:pt x="12280" y="4830661"/>
                  </a:lnTo>
                  <a:lnTo>
                    <a:pt x="14351" y="4830661"/>
                  </a:lnTo>
                  <a:lnTo>
                    <a:pt x="16560" y="4843361"/>
                  </a:lnTo>
                  <a:lnTo>
                    <a:pt x="18935" y="4843361"/>
                  </a:lnTo>
                  <a:lnTo>
                    <a:pt x="21323" y="4856061"/>
                  </a:lnTo>
                  <a:lnTo>
                    <a:pt x="26974" y="4868761"/>
                  </a:lnTo>
                  <a:lnTo>
                    <a:pt x="32994" y="4881461"/>
                  </a:lnTo>
                  <a:lnTo>
                    <a:pt x="39560" y="4894161"/>
                  </a:lnTo>
                  <a:lnTo>
                    <a:pt x="46304" y="4906861"/>
                  </a:lnTo>
                  <a:lnTo>
                    <a:pt x="53873" y="4906861"/>
                  </a:lnTo>
                  <a:lnTo>
                    <a:pt x="61937" y="4919561"/>
                  </a:lnTo>
                  <a:lnTo>
                    <a:pt x="70485" y="4932261"/>
                  </a:lnTo>
                  <a:lnTo>
                    <a:pt x="79476" y="4944961"/>
                  </a:lnTo>
                  <a:lnTo>
                    <a:pt x="89357" y="4944961"/>
                  </a:lnTo>
                  <a:lnTo>
                    <a:pt x="98767" y="4957661"/>
                  </a:lnTo>
                  <a:lnTo>
                    <a:pt x="109042" y="4970361"/>
                  </a:lnTo>
                  <a:lnTo>
                    <a:pt x="120192" y="4970361"/>
                  </a:lnTo>
                  <a:lnTo>
                    <a:pt x="130721" y="4983061"/>
                  </a:lnTo>
                  <a:lnTo>
                    <a:pt x="142646" y="4983061"/>
                  </a:lnTo>
                  <a:lnTo>
                    <a:pt x="153835" y="4995761"/>
                  </a:lnTo>
                  <a:lnTo>
                    <a:pt x="166306" y="4995761"/>
                  </a:lnTo>
                  <a:lnTo>
                    <a:pt x="172453" y="5008461"/>
                  </a:lnTo>
                  <a:lnTo>
                    <a:pt x="210794" y="5008461"/>
                  </a:lnTo>
                  <a:lnTo>
                    <a:pt x="217411" y="5021161"/>
                  </a:lnTo>
                  <a:lnTo>
                    <a:pt x="5721451" y="5021161"/>
                  </a:lnTo>
                  <a:lnTo>
                    <a:pt x="5728068" y="5008461"/>
                  </a:lnTo>
                  <a:lnTo>
                    <a:pt x="5766397" y="5008461"/>
                  </a:lnTo>
                  <a:lnTo>
                    <a:pt x="5772251" y="4995761"/>
                  </a:lnTo>
                  <a:lnTo>
                    <a:pt x="5784723" y="4995761"/>
                  </a:lnTo>
                  <a:lnTo>
                    <a:pt x="5795911" y="4983061"/>
                  </a:lnTo>
                  <a:lnTo>
                    <a:pt x="5807837" y="4983061"/>
                  </a:lnTo>
                  <a:lnTo>
                    <a:pt x="5818352" y="4970361"/>
                  </a:lnTo>
                  <a:lnTo>
                    <a:pt x="5829516" y="4970361"/>
                  </a:lnTo>
                  <a:lnTo>
                    <a:pt x="5839790" y="4957661"/>
                  </a:lnTo>
                  <a:lnTo>
                    <a:pt x="5849201" y="4944961"/>
                  </a:lnTo>
                  <a:lnTo>
                    <a:pt x="5859081" y="4944961"/>
                  </a:lnTo>
                  <a:lnTo>
                    <a:pt x="5868073" y="4932261"/>
                  </a:lnTo>
                  <a:lnTo>
                    <a:pt x="5876620" y="4919561"/>
                  </a:lnTo>
                  <a:lnTo>
                    <a:pt x="5884684" y="4906861"/>
                  </a:lnTo>
                  <a:lnTo>
                    <a:pt x="5892254" y="4906861"/>
                  </a:lnTo>
                  <a:lnTo>
                    <a:pt x="5911583" y="4868761"/>
                  </a:lnTo>
                  <a:lnTo>
                    <a:pt x="5919736" y="4843361"/>
                  </a:lnTo>
                  <a:lnTo>
                    <a:pt x="5922099" y="4843361"/>
                  </a:lnTo>
                  <a:lnTo>
                    <a:pt x="5924308" y="4830661"/>
                  </a:lnTo>
                  <a:lnTo>
                    <a:pt x="5926366" y="4830661"/>
                  </a:lnTo>
                  <a:lnTo>
                    <a:pt x="5928195" y="4817961"/>
                  </a:lnTo>
                  <a:lnTo>
                    <a:pt x="5930023" y="4817961"/>
                  </a:lnTo>
                  <a:lnTo>
                    <a:pt x="5931624" y="4805261"/>
                  </a:lnTo>
                  <a:lnTo>
                    <a:pt x="5933059" y="4805261"/>
                  </a:lnTo>
                  <a:lnTo>
                    <a:pt x="5934329" y="4792561"/>
                  </a:lnTo>
                  <a:lnTo>
                    <a:pt x="5935446" y="4792561"/>
                  </a:lnTo>
                  <a:lnTo>
                    <a:pt x="5936386" y="4779861"/>
                  </a:lnTo>
                  <a:lnTo>
                    <a:pt x="5937174" y="4779861"/>
                  </a:lnTo>
                  <a:lnTo>
                    <a:pt x="5937770" y="4767161"/>
                  </a:lnTo>
                  <a:lnTo>
                    <a:pt x="5938215" y="4767161"/>
                  </a:lnTo>
                  <a:lnTo>
                    <a:pt x="5938469" y="4754461"/>
                  </a:lnTo>
                  <a:lnTo>
                    <a:pt x="5938469" y="3700361"/>
                  </a:lnTo>
                  <a:close/>
                </a:path>
                <a:path w="5939155" h="5021580">
                  <a:moveTo>
                    <a:pt x="5938558" y="1939582"/>
                  </a:moveTo>
                  <a:lnTo>
                    <a:pt x="5934761" y="1901482"/>
                  </a:lnTo>
                  <a:lnTo>
                    <a:pt x="5933910" y="1897672"/>
                  </a:lnTo>
                  <a:lnTo>
                    <a:pt x="5932500" y="1891322"/>
                  </a:lnTo>
                  <a:lnTo>
                    <a:pt x="5932094" y="1890052"/>
                  </a:lnTo>
                  <a:lnTo>
                    <a:pt x="5930112" y="1883702"/>
                  </a:lnTo>
                  <a:lnTo>
                    <a:pt x="5929922" y="1882432"/>
                  </a:lnTo>
                  <a:lnTo>
                    <a:pt x="5927128" y="1874812"/>
                  </a:lnTo>
                  <a:lnTo>
                    <a:pt x="5923750" y="1865922"/>
                  </a:lnTo>
                  <a:lnTo>
                    <a:pt x="5923508" y="1865922"/>
                  </a:lnTo>
                  <a:lnTo>
                    <a:pt x="5921324" y="1860842"/>
                  </a:lnTo>
                  <a:lnTo>
                    <a:pt x="5919686" y="1857032"/>
                  </a:lnTo>
                  <a:lnTo>
                    <a:pt x="5915482" y="1849412"/>
                  </a:lnTo>
                  <a:lnTo>
                    <a:pt x="5914060" y="1846872"/>
                  </a:lnTo>
                  <a:lnTo>
                    <a:pt x="5913158" y="1845271"/>
                  </a:lnTo>
                  <a:lnTo>
                    <a:pt x="5913158" y="1939582"/>
                  </a:lnTo>
                  <a:lnTo>
                    <a:pt x="5913158" y="2648242"/>
                  </a:lnTo>
                  <a:lnTo>
                    <a:pt x="5912929" y="2657132"/>
                  </a:lnTo>
                  <a:lnTo>
                    <a:pt x="5912828" y="2658402"/>
                  </a:lnTo>
                  <a:lnTo>
                    <a:pt x="5912434" y="2663863"/>
                  </a:lnTo>
                  <a:lnTo>
                    <a:pt x="5912332" y="2664764"/>
                  </a:lnTo>
                  <a:lnTo>
                    <a:pt x="5911215" y="2673642"/>
                  </a:lnTo>
                  <a:lnTo>
                    <a:pt x="5909754" y="2682532"/>
                  </a:lnTo>
                  <a:lnTo>
                    <a:pt x="5909869" y="2681287"/>
                  </a:lnTo>
                  <a:lnTo>
                    <a:pt x="5907989" y="2689758"/>
                  </a:lnTo>
                  <a:lnTo>
                    <a:pt x="5908052" y="2688907"/>
                  </a:lnTo>
                  <a:lnTo>
                    <a:pt x="5905678" y="2697772"/>
                  </a:lnTo>
                  <a:lnTo>
                    <a:pt x="5905855" y="2697772"/>
                  </a:lnTo>
                  <a:lnTo>
                    <a:pt x="5903074" y="2705392"/>
                  </a:lnTo>
                  <a:lnTo>
                    <a:pt x="5903290" y="2705392"/>
                  </a:lnTo>
                  <a:lnTo>
                    <a:pt x="5900115" y="2713012"/>
                  </a:lnTo>
                  <a:lnTo>
                    <a:pt x="5900356" y="2711742"/>
                  </a:lnTo>
                  <a:lnTo>
                    <a:pt x="5896813" y="2720632"/>
                  </a:lnTo>
                  <a:lnTo>
                    <a:pt x="5897080" y="2719362"/>
                  </a:lnTo>
                  <a:lnTo>
                    <a:pt x="5893168" y="2726982"/>
                  </a:lnTo>
                  <a:lnTo>
                    <a:pt x="5893460" y="2726982"/>
                  </a:lnTo>
                  <a:lnTo>
                    <a:pt x="5889193" y="2734602"/>
                  </a:lnTo>
                  <a:lnTo>
                    <a:pt x="5889510" y="2733332"/>
                  </a:lnTo>
                  <a:lnTo>
                    <a:pt x="5884900" y="2740952"/>
                  </a:lnTo>
                  <a:lnTo>
                    <a:pt x="5885243" y="2739682"/>
                  </a:lnTo>
                  <a:lnTo>
                    <a:pt x="5880303" y="2747302"/>
                  </a:lnTo>
                  <a:lnTo>
                    <a:pt x="5880659" y="2747302"/>
                  </a:lnTo>
                  <a:lnTo>
                    <a:pt x="5875401" y="2753652"/>
                  </a:lnTo>
                  <a:lnTo>
                    <a:pt x="5875782" y="2752382"/>
                  </a:lnTo>
                  <a:lnTo>
                    <a:pt x="5870219" y="2760002"/>
                  </a:lnTo>
                  <a:lnTo>
                    <a:pt x="5870626" y="2758732"/>
                  </a:lnTo>
                  <a:lnTo>
                    <a:pt x="5864758" y="2765082"/>
                  </a:lnTo>
                  <a:lnTo>
                    <a:pt x="5865190" y="2765082"/>
                  </a:lnTo>
                  <a:lnTo>
                    <a:pt x="5859030" y="2770162"/>
                  </a:lnTo>
                  <a:lnTo>
                    <a:pt x="5859475" y="2770162"/>
                  </a:lnTo>
                  <a:lnTo>
                    <a:pt x="5853049" y="2775242"/>
                  </a:lnTo>
                  <a:lnTo>
                    <a:pt x="5853519" y="2775242"/>
                  </a:lnTo>
                  <a:lnTo>
                    <a:pt x="5846826" y="2780322"/>
                  </a:lnTo>
                  <a:lnTo>
                    <a:pt x="5847308" y="2780322"/>
                  </a:lnTo>
                  <a:lnTo>
                    <a:pt x="5840361" y="2785402"/>
                  </a:lnTo>
                  <a:lnTo>
                    <a:pt x="5840869" y="2785402"/>
                  </a:lnTo>
                  <a:lnTo>
                    <a:pt x="5833669" y="2789212"/>
                  </a:lnTo>
                  <a:lnTo>
                    <a:pt x="5834202" y="2789212"/>
                  </a:lnTo>
                  <a:lnTo>
                    <a:pt x="5826772" y="2793022"/>
                  </a:lnTo>
                  <a:lnTo>
                    <a:pt x="5827319" y="2793022"/>
                  </a:lnTo>
                  <a:lnTo>
                    <a:pt x="5819673" y="2796832"/>
                  </a:lnTo>
                  <a:lnTo>
                    <a:pt x="5820232" y="2796832"/>
                  </a:lnTo>
                  <a:lnTo>
                    <a:pt x="5812383" y="2800642"/>
                  </a:lnTo>
                  <a:lnTo>
                    <a:pt x="5812955" y="2800642"/>
                  </a:lnTo>
                  <a:lnTo>
                    <a:pt x="5804903" y="2803182"/>
                  </a:lnTo>
                  <a:lnTo>
                    <a:pt x="5805500" y="2803182"/>
                  </a:lnTo>
                  <a:lnTo>
                    <a:pt x="5797258" y="2805722"/>
                  </a:lnTo>
                  <a:lnTo>
                    <a:pt x="5797867" y="2805722"/>
                  </a:lnTo>
                  <a:lnTo>
                    <a:pt x="5789447" y="2808262"/>
                  </a:lnTo>
                  <a:lnTo>
                    <a:pt x="5790069" y="2808262"/>
                  </a:lnTo>
                  <a:lnTo>
                    <a:pt x="5781484" y="2809532"/>
                  </a:lnTo>
                  <a:lnTo>
                    <a:pt x="5782119" y="2809532"/>
                  </a:lnTo>
                  <a:lnTo>
                    <a:pt x="5773382" y="2810802"/>
                  </a:lnTo>
                  <a:lnTo>
                    <a:pt x="5774017" y="2810802"/>
                  </a:lnTo>
                  <a:lnTo>
                    <a:pt x="5765152" y="2812072"/>
                  </a:lnTo>
                  <a:lnTo>
                    <a:pt x="5765787" y="2812072"/>
                  </a:lnTo>
                  <a:lnTo>
                    <a:pt x="5756783" y="2813342"/>
                  </a:lnTo>
                  <a:lnTo>
                    <a:pt x="181775" y="2813342"/>
                  </a:lnTo>
                  <a:lnTo>
                    <a:pt x="172770" y="2812072"/>
                  </a:lnTo>
                  <a:lnTo>
                    <a:pt x="173405" y="2812072"/>
                  </a:lnTo>
                  <a:lnTo>
                    <a:pt x="164541" y="2810802"/>
                  </a:lnTo>
                  <a:lnTo>
                    <a:pt x="165163" y="2810802"/>
                  </a:lnTo>
                  <a:lnTo>
                    <a:pt x="156438" y="2809532"/>
                  </a:lnTo>
                  <a:lnTo>
                    <a:pt x="157060" y="2809532"/>
                  </a:lnTo>
                  <a:lnTo>
                    <a:pt x="148475" y="2808262"/>
                  </a:lnTo>
                  <a:lnTo>
                    <a:pt x="149085" y="2808262"/>
                  </a:lnTo>
                  <a:lnTo>
                    <a:pt x="140690" y="2805722"/>
                  </a:lnTo>
                  <a:lnTo>
                    <a:pt x="141300" y="2805722"/>
                  </a:lnTo>
                  <a:lnTo>
                    <a:pt x="133057" y="2803182"/>
                  </a:lnTo>
                  <a:lnTo>
                    <a:pt x="133642" y="2803182"/>
                  </a:lnTo>
                  <a:lnTo>
                    <a:pt x="125603" y="2800642"/>
                  </a:lnTo>
                  <a:lnTo>
                    <a:pt x="126174" y="2800642"/>
                  </a:lnTo>
                  <a:lnTo>
                    <a:pt x="118325" y="2796832"/>
                  </a:lnTo>
                  <a:lnTo>
                    <a:pt x="118884" y="2796832"/>
                  </a:lnTo>
                  <a:lnTo>
                    <a:pt x="111239" y="2793022"/>
                  </a:lnTo>
                  <a:lnTo>
                    <a:pt x="111772" y="2793022"/>
                  </a:lnTo>
                  <a:lnTo>
                    <a:pt x="104355" y="2789212"/>
                  </a:lnTo>
                  <a:lnTo>
                    <a:pt x="104876" y="2789212"/>
                  </a:lnTo>
                  <a:lnTo>
                    <a:pt x="97688" y="2785402"/>
                  </a:lnTo>
                  <a:lnTo>
                    <a:pt x="98196" y="2785402"/>
                  </a:lnTo>
                  <a:lnTo>
                    <a:pt x="91249" y="2780322"/>
                  </a:lnTo>
                  <a:lnTo>
                    <a:pt x="91732" y="2780322"/>
                  </a:lnTo>
                  <a:lnTo>
                    <a:pt x="85039" y="2775242"/>
                  </a:lnTo>
                  <a:lnTo>
                    <a:pt x="85509" y="2775242"/>
                  </a:lnTo>
                  <a:lnTo>
                    <a:pt x="79082" y="2770162"/>
                  </a:lnTo>
                  <a:lnTo>
                    <a:pt x="79527" y="2770162"/>
                  </a:lnTo>
                  <a:lnTo>
                    <a:pt x="73367" y="2765082"/>
                  </a:lnTo>
                  <a:lnTo>
                    <a:pt x="73799" y="2765082"/>
                  </a:lnTo>
                  <a:lnTo>
                    <a:pt x="69100" y="2760002"/>
                  </a:lnTo>
                  <a:lnTo>
                    <a:pt x="67932" y="2758732"/>
                  </a:lnTo>
                  <a:lnTo>
                    <a:pt x="68338" y="2760002"/>
                  </a:lnTo>
                  <a:lnTo>
                    <a:pt x="63690" y="2753652"/>
                  </a:lnTo>
                  <a:lnTo>
                    <a:pt x="62763" y="2752382"/>
                  </a:lnTo>
                  <a:lnTo>
                    <a:pt x="63157" y="2753652"/>
                  </a:lnTo>
                  <a:lnTo>
                    <a:pt x="57886" y="2747302"/>
                  </a:lnTo>
                  <a:lnTo>
                    <a:pt x="58254" y="2747302"/>
                  </a:lnTo>
                  <a:lnTo>
                    <a:pt x="54127" y="2740952"/>
                  </a:lnTo>
                  <a:lnTo>
                    <a:pt x="53314" y="2739682"/>
                  </a:lnTo>
                  <a:lnTo>
                    <a:pt x="53657" y="2740952"/>
                  </a:lnTo>
                  <a:lnTo>
                    <a:pt x="49809" y="2734602"/>
                  </a:lnTo>
                  <a:lnTo>
                    <a:pt x="49047" y="2733332"/>
                  </a:lnTo>
                  <a:lnTo>
                    <a:pt x="49364" y="2734602"/>
                  </a:lnTo>
                  <a:lnTo>
                    <a:pt x="45097" y="2726982"/>
                  </a:lnTo>
                  <a:lnTo>
                    <a:pt x="45389" y="2726982"/>
                  </a:lnTo>
                  <a:lnTo>
                    <a:pt x="42125" y="2720632"/>
                  </a:lnTo>
                  <a:lnTo>
                    <a:pt x="41478" y="2719362"/>
                  </a:lnTo>
                  <a:lnTo>
                    <a:pt x="41744" y="2720632"/>
                  </a:lnTo>
                  <a:lnTo>
                    <a:pt x="38696" y="2713012"/>
                  </a:lnTo>
                  <a:lnTo>
                    <a:pt x="38201" y="2711742"/>
                  </a:lnTo>
                  <a:lnTo>
                    <a:pt x="38442" y="2713012"/>
                  </a:lnTo>
                  <a:lnTo>
                    <a:pt x="35267" y="2705392"/>
                  </a:lnTo>
                  <a:lnTo>
                    <a:pt x="35483" y="2705392"/>
                  </a:lnTo>
                  <a:lnTo>
                    <a:pt x="32689" y="2697772"/>
                  </a:lnTo>
                  <a:lnTo>
                    <a:pt x="32880" y="2697772"/>
                  </a:lnTo>
                  <a:lnTo>
                    <a:pt x="30822" y="2690152"/>
                  </a:lnTo>
                  <a:lnTo>
                    <a:pt x="30721" y="2689758"/>
                  </a:lnTo>
                  <a:lnTo>
                    <a:pt x="30492" y="2688907"/>
                  </a:lnTo>
                  <a:lnTo>
                    <a:pt x="30060" y="2687612"/>
                  </a:lnTo>
                  <a:lnTo>
                    <a:pt x="30302" y="2688679"/>
                  </a:lnTo>
                  <a:lnTo>
                    <a:pt x="29464" y="2685097"/>
                  </a:lnTo>
                  <a:lnTo>
                    <a:pt x="28803" y="2682532"/>
                  </a:lnTo>
                  <a:lnTo>
                    <a:pt x="27241" y="2673642"/>
                  </a:lnTo>
                  <a:lnTo>
                    <a:pt x="26352" y="2666022"/>
                  </a:lnTo>
                  <a:lnTo>
                    <a:pt x="26174" y="2664764"/>
                  </a:lnTo>
                  <a:lnTo>
                    <a:pt x="26098" y="2663863"/>
                  </a:lnTo>
                  <a:lnTo>
                    <a:pt x="25590" y="2657132"/>
                  </a:lnTo>
                  <a:lnTo>
                    <a:pt x="25400" y="2648242"/>
                  </a:lnTo>
                  <a:lnTo>
                    <a:pt x="25400" y="1939582"/>
                  </a:lnTo>
                  <a:lnTo>
                    <a:pt x="25590" y="1931847"/>
                  </a:lnTo>
                  <a:lnTo>
                    <a:pt x="25679" y="1930692"/>
                  </a:lnTo>
                  <a:lnTo>
                    <a:pt x="25781" y="1929422"/>
                  </a:lnTo>
                  <a:lnTo>
                    <a:pt x="26276" y="1923072"/>
                  </a:lnTo>
                  <a:lnTo>
                    <a:pt x="27076" y="1916366"/>
                  </a:lnTo>
                  <a:lnTo>
                    <a:pt x="28803" y="1906562"/>
                  </a:lnTo>
                  <a:lnTo>
                    <a:pt x="30556" y="1898167"/>
                  </a:lnTo>
                  <a:lnTo>
                    <a:pt x="30492" y="1898929"/>
                  </a:lnTo>
                  <a:lnTo>
                    <a:pt x="30822" y="1897672"/>
                  </a:lnTo>
                  <a:lnTo>
                    <a:pt x="32880" y="1890052"/>
                  </a:lnTo>
                  <a:lnTo>
                    <a:pt x="32689" y="1891322"/>
                  </a:lnTo>
                  <a:lnTo>
                    <a:pt x="33083" y="1890052"/>
                  </a:lnTo>
                  <a:lnTo>
                    <a:pt x="35483" y="1882432"/>
                  </a:lnTo>
                  <a:lnTo>
                    <a:pt x="35267" y="1883702"/>
                  </a:lnTo>
                  <a:lnTo>
                    <a:pt x="35712" y="1882432"/>
                  </a:lnTo>
                  <a:lnTo>
                    <a:pt x="38442" y="1874812"/>
                  </a:lnTo>
                  <a:lnTo>
                    <a:pt x="38201" y="1876082"/>
                  </a:lnTo>
                  <a:lnTo>
                    <a:pt x="38785" y="1874812"/>
                  </a:lnTo>
                  <a:lnTo>
                    <a:pt x="41744" y="1868462"/>
                  </a:lnTo>
                  <a:lnTo>
                    <a:pt x="41478" y="1868462"/>
                  </a:lnTo>
                  <a:lnTo>
                    <a:pt x="45389" y="1860842"/>
                  </a:lnTo>
                  <a:lnTo>
                    <a:pt x="45097" y="1862112"/>
                  </a:lnTo>
                  <a:lnTo>
                    <a:pt x="45808" y="1860842"/>
                  </a:lnTo>
                  <a:lnTo>
                    <a:pt x="49364" y="1854492"/>
                  </a:lnTo>
                  <a:lnTo>
                    <a:pt x="49047" y="1854492"/>
                  </a:lnTo>
                  <a:lnTo>
                    <a:pt x="53657" y="1846872"/>
                  </a:lnTo>
                  <a:lnTo>
                    <a:pt x="53314" y="1848142"/>
                  </a:lnTo>
                  <a:lnTo>
                    <a:pt x="54127" y="1846872"/>
                  </a:lnTo>
                  <a:lnTo>
                    <a:pt x="58254" y="1840522"/>
                  </a:lnTo>
                  <a:lnTo>
                    <a:pt x="57886" y="1841792"/>
                  </a:lnTo>
                  <a:lnTo>
                    <a:pt x="58762" y="1840522"/>
                  </a:lnTo>
                  <a:lnTo>
                    <a:pt x="63157" y="1834172"/>
                  </a:lnTo>
                  <a:lnTo>
                    <a:pt x="62763" y="1835442"/>
                  </a:lnTo>
                  <a:lnTo>
                    <a:pt x="63868" y="1834172"/>
                  </a:lnTo>
                  <a:lnTo>
                    <a:pt x="68338" y="1829092"/>
                  </a:lnTo>
                  <a:lnTo>
                    <a:pt x="67932" y="1829092"/>
                  </a:lnTo>
                  <a:lnTo>
                    <a:pt x="73799" y="1822742"/>
                  </a:lnTo>
                  <a:lnTo>
                    <a:pt x="73367" y="1824012"/>
                  </a:lnTo>
                  <a:lnTo>
                    <a:pt x="74599" y="1822742"/>
                  </a:lnTo>
                  <a:lnTo>
                    <a:pt x="79527" y="1817662"/>
                  </a:lnTo>
                  <a:lnTo>
                    <a:pt x="79082" y="1817662"/>
                  </a:lnTo>
                  <a:lnTo>
                    <a:pt x="85509" y="1812582"/>
                  </a:lnTo>
                  <a:lnTo>
                    <a:pt x="85039" y="1812582"/>
                  </a:lnTo>
                  <a:lnTo>
                    <a:pt x="91732" y="1807502"/>
                  </a:lnTo>
                  <a:lnTo>
                    <a:pt x="91249" y="1807502"/>
                  </a:lnTo>
                  <a:lnTo>
                    <a:pt x="98196" y="1802422"/>
                  </a:lnTo>
                  <a:lnTo>
                    <a:pt x="97688" y="1803692"/>
                  </a:lnTo>
                  <a:lnTo>
                    <a:pt x="99479" y="1802422"/>
                  </a:lnTo>
                  <a:lnTo>
                    <a:pt x="104876" y="1798612"/>
                  </a:lnTo>
                  <a:lnTo>
                    <a:pt x="104355" y="1798612"/>
                  </a:lnTo>
                  <a:lnTo>
                    <a:pt x="111772" y="1794802"/>
                  </a:lnTo>
                  <a:lnTo>
                    <a:pt x="111239" y="1794802"/>
                  </a:lnTo>
                  <a:lnTo>
                    <a:pt x="118884" y="1790992"/>
                  </a:lnTo>
                  <a:lnTo>
                    <a:pt x="118325" y="1790992"/>
                  </a:lnTo>
                  <a:lnTo>
                    <a:pt x="126174" y="1788452"/>
                  </a:lnTo>
                  <a:lnTo>
                    <a:pt x="125603" y="1788452"/>
                  </a:lnTo>
                  <a:lnTo>
                    <a:pt x="133642" y="1784642"/>
                  </a:lnTo>
                  <a:lnTo>
                    <a:pt x="133057" y="1784642"/>
                  </a:lnTo>
                  <a:lnTo>
                    <a:pt x="141884" y="1781924"/>
                  </a:lnTo>
                  <a:lnTo>
                    <a:pt x="149085" y="1780832"/>
                  </a:lnTo>
                  <a:lnTo>
                    <a:pt x="148501" y="1780832"/>
                  </a:lnTo>
                  <a:lnTo>
                    <a:pt x="157657" y="1778114"/>
                  </a:lnTo>
                  <a:lnTo>
                    <a:pt x="165163" y="1777022"/>
                  </a:lnTo>
                  <a:lnTo>
                    <a:pt x="164541" y="1777022"/>
                  </a:lnTo>
                  <a:lnTo>
                    <a:pt x="173405" y="1775752"/>
                  </a:lnTo>
                  <a:lnTo>
                    <a:pt x="181127" y="1775752"/>
                  </a:lnTo>
                  <a:lnTo>
                    <a:pt x="190246" y="1774482"/>
                  </a:lnTo>
                  <a:lnTo>
                    <a:pt x="189928" y="1775752"/>
                  </a:lnTo>
                  <a:lnTo>
                    <a:pt x="5748629" y="1775752"/>
                  </a:lnTo>
                  <a:lnTo>
                    <a:pt x="5748312" y="1774482"/>
                  </a:lnTo>
                  <a:lnTo>
                    <a:pt x="5757430" y="1775752"/>
                  </a:lnTo>
                  <a:lnTo>
                    <a:pt x="5765152" y="1775752"/>
                  </a:lnTo>
                  <a:lnTo>
                    <a:pt x="5774017" y="1777022"/>
                  </a:lnTo>
                  <a:lnTo>
                    <a:pt x="5773382" y="1777022"/>
                  </a:lnTo>
                  <a:lnTo>
                    <a:pt x="5780887" y="1778114"/>
                  </a:lnTo>
                  <a:lnTo>
                    <a:pt x="5790069" y="1780832"/>
                  </a:lnTo>
                  <a:lnTo>
                    <a:pt x="5789434" y="1780832"/>
                  </a:lnTo>
                  <a:lnTo>
                    <a:pt x="5796661" y="1781924"/>
                  </a:lnTo>
                  <a:lnTo>
                    <a:pt x="5805500" y="1784642"/>
                  </a:lnTo>
                  <a:lnTo>
                    <a:pt x="5804903" y="1784642"/>
                  </a:lnTo>
                  <a:lnTo>
                    <a:pt x="5812955" y="1788452"/>
                  </a:lnTo>
                  <a:lnTo>
                    <a:pt x="5812383" y="1788452"/>
                  </a:lnTo>
                  <a:lnTo>
                    <a:pt x="5820232" y="1790992"/>
                  </a:lnTo>
                  <a:lnTo>
                    <a:pt x="5819673" y="1790992"/>
                  </a:lnTo>
                  <a:lnTo>
                    <a:pt x="5827319" y="1794802"/>
                  </a:lnTo>
                  <a:lnTo>
                    <a:pt x="5826772" y="1794802"/>
                  </a:lnTo>
                  <a:lnTo>
                    <a:pt x="5834202" y="1798612"/>
                  </a:lnTo>
                  <a:lnTo>
                    <a:pt x="5833669" y="1798612"/>
                  </a:lnTo>
                  <a:lnTo>
                    <a:pt x="5840869" y="1803692"/>
                  </a:lnTo>
                  <a:lnTo>
                    <a:pt x="5840361" y="1802422"/>
                  </a:lnTo>
                  <a:lnTo>
                    <a:pt x="5847308" y="1807502"/>
                  </a:lnTo>
                  <a:lnTo>
                    <a:pt x="5846826" y="1807502"/>
                  </a:lnTo>
                  <a:lnTo>
                    <a:pt x="5853519" y="1812582"/>
                  </a:lnTo>
                  <a:lnTo>
                    <a:pt x="5853049" y="1812582"/>
                  </a:lnTo>
                  <a:lnTo>
                    <a:pt x="5859475" y="1817662"/>
                  </a:lnTo>
                  <a:lnTo>
                    <a:pt x="5859030" y="1817662"/>
                  </a:lnTo>
                  <a:lnTo>
                    <a:pt x="5865190" y="1824012"/>
                  </a:lnTo>
                  <a:lnTo>
                    <a:pt x="5864758" y="1822742"/>
                  </a:lnTo>
                  <a:lnTo>
                    <a:pt x="5870626" y="1829092"/>
                  </a:lnTo>
                  <a:lnTo>
                    <a:pt x="5870219" y="1829092"/>
                  </a:lnTo>
                  <a:lnTo>
                    <a:pt x="5875782" y="1835442"/>
                  </a:lnTo>
                  <a:lnTo>
                    <a:pt x="5875401" y="1834172"/>
                  </a:lnTo>
                  <a:lnTo>
                    <a:pt x="5880659" y="1841792"/>
                  </a:lnTo>
                  <a:lnTo>
                    <a:pt x="5880303" y="1840522"/>
                  </a:lnTo>
                  <a:lnTo>
                    <a:pt x="5885243" y="1848142"/>
                  </a:lnTo>
                  <a:lnTo>
                    <a:pt x="5884900" y="1846872"/>
                  </a:lnTo>
                  <a:lnTo>
                    <a:pt x="5889510" y="1854492"/>
                  </a:lnTo>
                  <a:lnTo>
                    <a:pt x="5889193" y="1854492"/>
                  </a:lnTo>
                  <a:lnTo>
                    <a:pt x="5893460" y="1862112"/>
                  </a:lnTo>
                  <a:lnTo>
                    <a:pt x="5893168" y="1860842"/>
                  </a:lnTo>
                  <a:lnTo>
                    <a:pt x="5897080" y="1868462"/>
                  </a:lnTo>
                  <a:lnTo>
                    <a:pt x="5896813" y="1868462"/>
                  </a:lnTo>
                  <a:lnTo>
                    <a:pt x="5900356" y="1876082"/>
                  </a:lnTo>
                  <a:lnTo>
                    <a:pt x="5900115" y="1874812"/>
                  </a:lnTo>
                  <a:lnTo>
                    <a:pt x="5903290" y="1883702"/>
                  </a:lnTo>
                  <a:lnTo>
                    <a:pt x="5903074" y="1882432"/>
                  </a:lnTo>
                  <a:lnTo>
                    <a:pt x="5905855" y="1891322"/>
                  </a:lnTo>
                  <a:lnTo>
                    <a:pt x="5905678" y="1890052"/>
                  </a:lnTo>
                  <a:lnTo>
                    <a:pt x="5907849" y="1898167"/>
                  </a:lnTo>
                  <a:lnTo>
                    <a:pt x="5908167" y="1898929"/>
                  </a:lnTo>
                  <a:lnTo>
                    <a:pt x="5909881" y="1906562"/>
                  </a:lnTo>
                  <a:lnTo>
                    <a:pt x="5911113" y="1914207"/>
                  </a:lnTo>
                  <a:lnTo>
                    <a:pt x="5911367" y="1915452"/>
                  </a:lnTo>
                  <a:lnTo>
                    <a:pt x="5911481" y="1916366"/>
                  </a:lnTo>
                  <a:lnTo>
                    <a:pt x="5911596" y="1917204"/>
                  </a:lnTo>
                  <a:lnTo>
                    <a:pt x="5912345" y="1923072"/>
                  </a:lnTo>
                  <a:lnTo>
                    <a:pt x="5912955" y="1931847"/>
                  </a:lnTo>
                  <a:lnTo>
                    <a:pt x="5913158" y="1939582"/>
                  </a:lnTo>
                  <a:lnTo>
                    <a:pt x="5913158" y="1845271"/>
                  </a:lnTo>
                  <a:lnTo>
                    <a:pt x="5911215" y="1841792"/>
                  </a:lnTo>
                  <a:lnTo>
                    <a:pt x="5910897" y="1840522"/>
                  </a:lnTo>
                  <a:lnTo>
                    <a:pt x="5906770" y="1834172"/>
                  </a:lnTo>
                  <a:lnTo>
                    <a:pt x="5905944" y="1832902"/>
                  </a:lnTo>
                  <a:lnTo>
                    <a:pt x="5900636" y="1825282"/>
                  </a:lnTo>
                  <a:lnTo>
                    <a:pt x="5898527" y="1822742"/>
                  </a:lnTo>
                  <a:lnTo>
                    <a:pt x="5895378" y="1818932"/>
                  </a:lnTo>
                  <a:lnTo>
                    <a:pt x="5889422" y="1812582"/>
                  </a:lnTo>
                  <a:lnTo>
                    <a:pt x="5882716" y="1804962"/>
                  </a:lnTo>
                  <a:lnTo>
                    <a:pt x="5880074" y="1802422"/>
                  </a:lnTo>
                  <a:lnTo>
                    <a:pt x="5876112" y="1798612"/>
                  </a:lnTo>
                  <a:lnTo>
                    <a:pt x="5869216" y="1793532"/>
                  </a:lnTo>
                  <a:lnTo>
                    <a:pt x="5862028" y="1787182"/>
                  </a:lnTo>
                  <a:lnTo>
                    <a:pt x="5854827" y="1781924"/>
                  </a:lnTo>
                  <a:lnTo>
                    <a:pt x="5854306" y="1781924"/>
                  </a:lnTo>
                  <a:lnTo>
                    <a:pt x="5847385" y="1777022"/>
                  </a:lnTo>
                  <a:lnTo>
                    <a:pt x="5846864" y="1777022"/>
                  </a:lnTo>
                  <a:lnTo>
                    <a:pt x="5842876" y="1774482"/>
                  </a:lnTo>
                  <a:lnTo>
                    <a:pt x="5838901" y="1771942"/>
                  </a:lnTo>
                  <a:lnTo>
                    <a:pt x="5831256" y="1768132"/>
                  </a:lnTo>
                  <a:lnTo>
                    <a:pt x="5822848" y="1764322"/>
                  </a:lnTo>
                  <a:lnTo>
                    <a:pt x="5822277" y="1764322"/>
                  </a:lnTo>
                  <a:lnTo>
                    <a:pt x="5813641" y="1760512"/>
                  </a:lnTo>
                  <a:lnTo>
                    <a:pt x="5804801" y="1757972"/>
                  </a:lnTo>
                  <a:lnTo>
                    <a:pt x="5796394" y="1755432"/>
                  </a:lnTo>
                  <a:lnTo>
                    <a:pt x="5787199" y="1754162"/>
                  </a:lnTo>
                  <a:lnTo>
                    <a:pt x="5786577" y="1752892"/>
                  </a:lnTo>
                  <a:lnTo>
                    <a:pt x="5768352" y="1750352"/>
                  </a:lnTo>
                  <a:lnTo>
                    <a:pt x="170205" y="1750352"/>
                  </a:lnTo>
                  <a:lnTo>
                    <a:pt x="161340" y="1751622"/>
                  </a:lnTo>
                  <a:lnTo>
                    <a:pt x="160705" y="1751622"/>
                  </a:lnTo>
                  <a:lnTo>
                    <a:pt x="151980" y="1752892"/>
                  </a:lnTo>
                  <a:lnTo>
                    <a:pt x="151358" y="1754162"/>
                  </a:lnTo>
                  <a:lnTo>
                    <a:pt x="142163" y="1755432"/>
                  </a:lnTo>
                  <a:lnTo>
                    <a:pt x="133756" y="1757972"/>
                  </a:lnTo>
                  <a:lnTo>
                    <a:pt x="124917" y="1760512"/>
                  </a:lnTo>
                  <a:lnTo>
                    <a:pt x="116281" y="1764322"/>
                  </a:lnTo>
                  <a:lnTo>
                    <a:pt x="115709" y="1764322"/>
                  </a:lnTo>
                  <a:lnTo>
                    <a:pt x="107302" y="1768132"/>
                  </a:lnTo>
                  <a:lnTo>
                    <a:pt x="99656" y="1771942"/>
                  </a:lnTo>
                  <a:lnTo>
                    <a:pt x="91694" y="1777022"/>
                  </a:lnTo>
                  <a:lnTo>
                    <a:pt x="91173" y="1777022"/>
                  </a:lnTo>
                  <a:lnTo>
                    <a:pt x="84239" y="1781924"/>
                  </a:lnTo>
                  <a:lnTo>
                    <a:pt x="83731" y="1781924"/>
                  </a:lnTo>
                  <a:lnTo>
                    <a:pt x="76034" y="1787182"/>
                  </a:lnTo>
                  <a:lnTo>
                    <a:pt x="68872" y="1793532"/>
                  </a:lnTo>
                  <a:lnTo>
                    <a:pt x="62445" y="1798612"/>
                  </a:lnTo>
                  <a:lnTo>
                    <a:pt x="55841" y="1804962"/>
                  </a:lnTo>
                  <a:lnTo>
                    <a:pt x="55410" y="1804962"/>
                  </a:lnTo>
                  <a:lnTo>
                    <a:pt x="49136" y="1812582"/>
                  </a:lnTo>
                  <a:lnTo>
                    <a:pt x="43180" y="1818932"/>
                  </a:lnTo>
                  <a:lnTo>
                    <a:pt x="37922" y="1825282"/>
                  </a:lnTo>
                  <a:lnTo>
                    <a:pt x="32613" y="1832902"/>
                  </a:lnTo>
                  <a:lnTo>
                    <a:pt x="32270" y="1834172"/>
                  </a:lnTo>
                  <a:lnTo>
                    <a:pt x="27660" y="1840522"/>
                  </a:lnTo>
                  <a:lnTo>
                    <a:pt x="27343" y="1841792"/>
                  </a:lnTo>
                  <a:lnTo>
                    <a:pt x="23075" y="1849412"/>
                  </a:lnTo>
                  <a:lnTo>
                    <a:pt x="18872" y="1857032"/>
                  </a:lnTo>
                  <a:lnTo>
                    <a:pt x="15049" y="1865922"/>
                  </a:lnTo>
                  <a:lnTo>
                    <a:pt x="14808" y="1865922"/>
                  </a:lnTo>
                  <a:lnTo>
                    <a:pt x="11417" y="1874812"/>
                  </a:lnTo>
                  <a:lnTo>
                    <a:pt x="8636" y="1882432"/>
                  </a:lnTo>
                  <a:lnTo>
                    <a:pt x="8445" y="1883702"/>
                  </a:lnTo>
                  <a:lnTo>
                    <a:pt x="6057" y="1891322"/>
                  </a:lnTo>
                  <a:lnTo>
                    <a:pt x="3924" y="1901482"/>
                  </a:lnTo>
                  <a:lnTo>
                    <a:pt x="2235" y="1910372"/>
                  </a:lnTo>
                  <a:lnTo>
                    <a:pt x="2146" y="1911642"/>
                  </a:lnTo>
                  <a:lnTo>
                    <a:pt x="1016" y="1920532"/>
                  </a:lnTo>
                  <a:lnTo>
                    <a:pt x="228" y="1930692"/>
                  </a:lnTo>
                  <a:lnTo>
                    <a:pt x="190" y="1931847"/>
                  </a:lnTo>
                  <a:lnTo>
                    <a:pt x="0" y="1939582"/>
                  </a:lnTo>
                  <a:lnTo>
                    <a:pt x="0" y="2648242"/>
                  </a:lnTo>
                  <a:lnTo>
                    <a:pt x="228" y="2658402"/>
                  </a:lnTo>
                  <a:lnTo>
                    <a:pt x="952" y="2667292"/>
                  </a:lnTo>
                  <a:lnTo>
                    <a:pt x="1016" y="2668562"/>
                  </a:lnTo>
                  <a:lnTo>
                    <a:pt x="2235" y="2677452"/>
                  </a:lnTo>
                  <a:lnTo>
                    <a:pt x="3784" y="2686304"/>
                  </a:lnTo>
                  <a:lnTo>
                    <a:pt x="3924" y="2687612"/>
                  </a:lnTo>
                  <a:lnTo>
                    <a:pt x="6057" y="2696502"/>
                  </a:lnTo>
                  <a:lnTo>
                    <a:pt x="8445" y="2704122"/>
                  </a:lnTo>
                  <a:lnTo>
                    <a:pt x="11417" y="2713012"/>
                  </a:lnTo>
                  <a:lnTo>
                    <a:pt x="14808" y="2721902"/>
                  </a:lnTo>
                  <a:lnTo>
                    <a:pt x="15049" y="2723172"/>
                  </a:lnTo>
                  <a:lnTo>
                    <a:pt x="18872" y="2730792"/>
                  </a:lnTo>
                  <a:lnTo>
                    <a:pt x="27343" y="2747302"/>
                  </a:lnTo>
                  <a:lnTo>
                    <a:pt x="27660" y="2747302"/>
                  </a:lnTo>
                  <a:lnTo>
                    <a:pt x="32270" y="2754922"/>
                  </a:lnTo>
                  <a:lnTo>
                    <a:pt x="32613" y="2754922"/>
                  </a:lnTo>
                  <a:lnTo>
                    <a:pt x="37553" y="2762542"/>
                  </a:lnTo>
                  <a:lnTo>
                    <a:pt x="43180" y="2768892"/>
                  </a:lnTo>
                  <a:lnTo>
                    <a:pt x="49136" y="2776512"/>
                  </a:lnTo>
                  <a:lnTo>
                    <a:pt x="55410" y="2782862"/>
                  </a:lnTo>
                  <a:lnTo>
                    <a:pt x="62445" y="2789212"/>
                  </a:lnTo>
                  <a:lnTo>
                    <a:pt x="68872" y="2794292"/>
                  </a:lnTo>
                  <a:lnTo>
                    <a:pt x="76034" y="2800642"/>
                  </a:lnTo>
                  <a:lnTo>
                    <a:pt x="83477" y="2805722"/>
                  </a:lnTo>
                  <a:lnTo>
                    <a:pt x="91173" y="2810802"/>
                  </a:lnTo>
                  <a:lnTo>
                    <a:pt x="91694" y="2810802"/>
                  </a:lnTo>
                  <a:lnTo>
                    <a:pt x="99656" y="2815882"/>
                  </a:lnTo>
                  <a:lnTo>
                    <a:pt x="107302" y="2819692"/>
                  </a:lnTo>
                  <a:lnTo>
                    <a:pt x="116281" y="2823502"/>
                  </a:lnTo>
                  <a:lnTo>
                    <a:pt x="124917" y="2827312"/>
                  </a:lnTo>
                  <a:lnTo>
                    <a:pt x="133159" y="2829852"/>
                  </a:lnTo>
                  <a:lnTo>
                    <a:pt x="142773" y="2832392"/>
                  </a:lnTo>
                  <a:lnTo>
                    <a:pt x="151358" y="2834932"/>
                  </a:lnTo>
                  <a:lnTo>
                    <a:pt x="151980" y="2834932"/>
                  </a:lnTo>
                  <a:lnTo>
                    <a:pt x="170205" y="2837472"/>
                  </a:lnTo>
                  <a:lnTo>
                    <a:pt x="170840" y="2837472"/>
                  </a:lnTo>
                  <a:lnTo>
                    <a:pt x="179844" y="2838742"/>
                  </a:lnTo>
                  <a:lnTo>
                    <a:pt x="5758713" y="2838742"/>
                  </a:lnTo>
                  <a:lnTo>
                    <a:pt x="5767717" y="2837472"/>
                  </a:lnTo>
                  <a:lnTo>
                    <a:pt x="5768352" y="2837472"/>
                  </a:lnTo>
                  <a:lnTo>
                    <a:pt x="5777217" y="2836202"/>
                  </a:lnTo>
                  <a:lnTo>
                    <a:pt x="5777852" y="2836202"/>
                  </a:lnTo>
                  <a:lnTo>
                    <a:pt x="5786577" y="2834932"/>
                  </a:lnTo>
                  <a:lnTo>
                    <a:pt x="5787199" y="2834932"/>
                  </a:lnTo>
                  <a:lnTo>
                    <a:pt x="5795772" y="2832392"/>
                  </a:lnTo>
                  <a:lnTo>
                    <a:pt x="5805398" y="2829852"/>
                  </a:lnTo>
                  <a:lnTo>
                    <a:pt x="5813641" y="2827312"/>
                  </a:lnTo>
                  <a:lnTo>
                    <a:pt x="5822277" y="2823502"/>
                  </a:lnTo>
                  <a:lnTo>
                    <a:pt x="5831256" y="2819692"/>
                  </a:lnTo>
                  <a:lnTo>
                    <a:pt x="5838901" y="2815882"/>
                  </a:lnTo>
                  <a:lnTo>
                    <a:pt x="5842876" y="2813342"/>
                  </a:lnTo>
                  <a:lnTo>
                    <a:pt x="5846864" y="2810802"/>
                  </a:lnTo>
                  <a:lnTo>
                    <a:pt x="5847385" y="2810802"/>
                  </a:lnTo>
                  <a:lnTo>
                    <a:pt x="5855081" y="2805722"/>
                  </a:lnTo>
                  <a:lnTo>
                    <a:pt x="5862510" y="2800642"/>
                  </a:lnTo>
                  <a:lnTo>
                    <a:pt x="5869216" y="2795562"/>
                  </a:lnTo>
                  <a:lnTo>
                    <a:pt x="5876112" y="2789212"/>
                  </a:lnTo>
                  <a:lnTo>
                    <a:pt x="5882716" y="2782862"/>
                  </a:lnTo>
                  <a:lnTo>
                    <a:pt x="5883135" y="2782862"/>
                  </a:lnTo>
                  <a:lnTo>
                    <a:pt x="5889422" y="2776512"/>
                  </a:lnTo>
                  <a:lnTo>
                    <a:pt x="5895378" y="2768892"/>
                  </a:lnTo>
                  <a:lnTo>
                    <a:pt x="5901004" y="2762542"/>
                  </a:lnTo>
                  <a:lnTo>
                    <a:pt x="5902642" y="2760002"/>
                  </a:lnTo>
                  <a:lnTo>
                    <a:pt x="5906770" y="2753652"/>
                  </a:lnTo>
                  <a:lnTo>
                    <a:pt x="5910897" y="2747302"/>
                  </a:lnTo>
                  <a:lnTo>
                    <a:pt x="5911215" y="2747302"/>
                  </a:lnTo>
                  <a:lnTo>
                    <a:pt x="5914466" y="2740952"/>
                  </a:lnTo>
                  <a:lnTo>
                    <a:pt x="5917730" y="2734602"/>
                  </a:lnTo>
                  <a:lnTo>
                    <a:pt x="5919686" y="2730792"/>
                  </a:lnTo>
                  <a:lnTo>
                    <a:pt x="5923508" y="2723172"/>
                  </a:lnTo>
                  <a:lnTo>
                    <a:pt x="5923750" y="2721902"/>
                  </a:lnTo>
                  <a:lnTo>
                    <a:pt x="5924232" y="2720632"/>
                  </a:lnTo>
                  <a:lnTo>
                    <a:pt x="5934113" y="2689758"/>
                  </a:lnTo>
                  <a:lnTo>
                    <a:pt x="5934634" y="2687612"/>
                  </a:lnTo>
                  <a:lnTo>
                    <a:pt x="5934761" y="2686304"/>
                  </a:lnTo>
                  <a:lnTo>
                    <a:pt x="5935421" y="2682532"/>
                  </a:lnTo>
                  <a:lnTo>
                    <a:pt x="5936323" y="2677452"/>
                  </a:lnTo>
                  <a:lnTo>
                    <a:pt x="5937542" y="2668562"/>
                  </a:lnTo>
                  <a:lnTo>
                    <a:pt x="5937605" y="2667292"/>
                  </a:lnTo>
                  <a:lnTo>
                    <a:pt x="5937694" y="2666022"/>
                  </a:lnTo>
                  <a:lnTo>
                    <a:pt x="5937796" y="2664764"/>
                  </a:lnTo>
                  <a:lnTo>
                    <a:pt x="5937859" y="2663863"/>
                  </a:lnTo>
                  <a:lnTo>
                    <a:pt x="5938291" y="2658402"/>
                  </a:lnTo>
                  <a:lnTo>
                    <a:pt x="5938317" y="2657132"/>
                  </a:lnTo>
                  <a:lnTo>
                    <a:pt x="5938558" y="2648242"/>
                  </a:lnTo>
                  <a:lnTo>
                    <a:pt x="5938558" y="1939582"/>
                  </a:lnTo>
                  <a:close/>
                </a:path>
                <a:path w="5939155" h="5021580">
                  <a:moveTo>
                    <a:pt x="5938558" y="189230"/>
                  </a:moveTo>
                  <a:lnTo>
                    <a:pt x="5934761" y="151130"/>
                  </a:lnTo>
                  <a:lnTo>
                    <a:pt x="5933910" y="147320"/>
                  </a:lnTo>
                  <a:lnTo>
                    <a:pt x="5932500" y="140970"/>
                  </a:lnTo>
                  <a:lnTo>
                    <a:pt x="5932094" y="139700"/>
                  </a:lnTo>
                  <a:lnTo>
                    <a:pt x="5929706" y="132080"/>
                  </a:lnTo>
                  <a:lnTo>
                    <a:pt x="5927306" y="124460"/>
                  </a:lnTo>
                  <a:lnTo>
                    <a:pt x="5926912" y="123190"/>
                  </a:lnTo>
                  <a:lnTo>
                    <a:pt x="5923750" y="115570"/>
                  </a:lnTo>
                  <a:lnTo>
                    <a:pt x="5923508" y="115570"/>
                  </a:lnTo>
                  <a:lnTo>
                    <a:pt x="5921324" y="110490"/>
                  </a:lnTo>
                  <a:lnTo>
                    <a:pt x="5919686" y="106680"/>
                  </a:lnTo>
                  <a:lnTo>
                    <a:pt x="5915482" y="99060"/>
                  </a:lnTo>
                  <a:lnTo>
                    <a:pt x="5914161" y="96520"/>
                  </a:lnTo>
                  <a:lnTo>
                    <a:pt x="5913158" y="94576"/>
                  </a:lnTo>
                  <a:lnTo>
                    <a:pt x="5913158" y="189230"/>
                  </a:lnTo>
                  <a:lnTo>
                    <a:pt x="5913158" y="897890"/>
                  </a:lnTo>
                  <a:lnTo>
                    <a:pt x="5912929" y="906792"/>
                  </a:lnTo>
                  <a:lnTo>
                    <a:pt x="5912828" y="908050"/>
                  </a:lnTo>
                  <a:lnTo>
                    <a:pt x="5912434" y="913511"/>
                  </a:lnTo>
                  <a:lnTo>
                    <a:pt x="5912332" y="914412"/>
                  </a:lnTo>
                  <a:lnTo>
                    <a:pt x="5911215" y="923290"/>
                  </a:lnTo>
                  <a:lnTo>
                    <a:pt x="5909754" y="932192"/>
                  </a:lnTo>
                  <a:lnTo>
                    <a:pt x="5909869" y="930935"/>
                  </a:lnTo>
                  <a:lnTo>
                    <a:pt x="5907989" y="939406"/>
                  </a:lnTo>
                  <a:lnTo>
                    <a:pt x="5908052" y="938555"/>
                  </a:lnTo>
                  <a:lnTo>
                    <a:pt x="5905678" y="947420"/>
                  </a:lnTo>
                  <a:lnTo>
                    <a:pt x="5905855" y="947420"/>
                  </a:lnTo>
                  <a:lnTo>
                    <a:pt x="5903074" y="955040"/>
                  </a:lnTo>
                  <a:lnTo>
                    <a:pt x="5903290" y="955040"/>
                  </a:lnTo>
                  <a:lnTo>
                    <a:pt x="5900115" y="962660"/>
                  </a:lnTo>
                  <a:lnTo>
                    <a:pt x="5900356" y="961390"/>
                  </a:lnTo>
                  <a:lnTo>
                    <a:pt x="5896813" y="970292"/>
                  </a:lnTo>
                  <a:lnTo>
                    <a:pt x="5897080" y="969010"/>
                  </a:lnTo>
                  <a:lnTo>
                    <a:pt x="5893168" y="976642"/>
                  </a:lnTo>
                  <a:lnTo>
                    <a:pt x="5893460" y="976642"/>
                  </a:lnTo>
                  <a:lnTo>
                    <a:pt x="5889193" y="984250"/>
                  </a:lnTo>
                  <a:lnTo>
                    <a:pt x="5889510" y="982992"/>
                  </a:lnTo>
                  <a:lnTo>
                    <a:pt x="5884900" y="990600"/>
                  </a:lnTo>
                  <a:lnTo>
                    <a:pt x="5885243" y="989342"/>
                  </a:lnTo>
                  <a:lnTo>
                    <a:pt x="5880303" y="996950"/>
                  </a:lnTo>
                  <a:lnTo>
                    <a:pt x="5880659" y="996950"/>
                  </a:lnTo>
                  <a:lnTo>
                    <a:pt x="5875401" y="1003300"/>
                  </a:lnTo>
                  <a:lnTo>
                    <a:pt x="5875782" y="1002042"/>
                  </a:lnTo>
                  <a:lnTo>
                    <a:pt x="5870219" y="1009650"/>
                  </a:lnTo>
                  <a:lnTo>
                    <a:pt x="5870626" y="1008392"/>
                  </a:lnTo>
                  <a:lnTo>
                    <a:pt x="5864758" y="1014742"/>
                  </a:lnTo>
                  <a:lnTo>
                    <a:pt x="5865190" y="1014742"/>
                  </a:lnTo>
                  <a:lnTo>
                    <a:pt x="5859030" y="1019810"/>
                  </a:lnTo>
                  <a:lnTo>
                    <a:pt x="5859475" y="1019810"/>
                  </a:lnTo>
                  <a:lnTo>
                    <a:pt x="5853049" y="1024890"/>
                  </a:lnTo>
                  <a:lnTo>
                    <a:pt x="5853519" y="1024890"/>
                  </a:lnTo>
                  <a:lnTo>
                    <a:pt x="5846826" y="1029970"/>
                  </a:lnTo>
                  <a:lnTo>
                    <a:pt x="5847308" y="1029970"/>
                  </a:lnTo>
                  <a:lnTo>
                    <a:pt x="5840361" y="1035050"/>
                  </a:lnTo>
                  <a:lnTo>
                    <a:pt x="5840869" y="1035050"/>
                  </a:lnTo>
                  <a:lnTo>
                    <a:pt x="5833669" y="1038860"/>
                  </a:lnTo>
                  <a:lnTo>
                    <a:pt x="5834202" y="1038860"/>
                  </a:lnTo>
                  <a:lnTo>
                    <a:pt x="5826772" y="1042670"/>
                  </a:lnTo>
                  <a:lnTo>
                    <a:pt x="5827319" y="1042670"/>
                  </a:lnTo>
                  <a:lnTo>
                    <a:pt x="5819673" y="1046492"/>
                  </a:lnTo>
                  <a:lnTo>
                    <a:pt x="5820232" y="1046492"/>
                  </a:lnTo>
                  <a:lnTo>
                    <a:pt x="5812383" y="1050290"/>
                  </a:lnTo>
                  <a:lnTo>
                    <a:pt x="5812955" y="1050290"/>
                  </a:lnTo>
                  <a:lnTo>
                    <a:pt x="5804903" y="1052842"/>
                  </a:lnTo>
                  <a:lnTo>
                    <a:pt x="5805500" y="1052842"/>
                  </a:lnTo>
                  <a:lnTo>
                    <a:pt x="5797258" y="1055370"/>
                  </a:lnTo>
                  <a:lnTo>
                    <a:pt x="5797867" y="1055370"/>
                  </a:lnTo>
                  <a:lnTo>
                    <a:pt x="5789447" y="1057910"/>
                  </a:lnTo>
                  <a:lnTo>
                    <a:pt x="5790069" y="1057910"/>
                  </a:lnTo>
                  <a:lnTo>
                    <a:pt x="5781484" y="1059192"/>
                  </a:lnTo>
                  <a:lnTo>
                    <a:pt x="5782119" y="1059192"/>
                  </a:lnTo>
                  <a:lnTo>
                    <a:pt x="5773382" y="1060450"/>
                  </a:lnTo>
                  <a:lnTo>
                    <a:pt x="5774017" y="1060450"/>
                  </a:lnTo>
                  <a:lnTo>
                    <a:pt x="5765152" y="1061720"/>
                  </a:lnTo>
                  <a:lnTo>
                    <a:pt x="5765787" y="1061720"/>
                  </a:lnTo>
                  <a:lnTo>
                    <a:pt x="5756783" y="1062990"/>
                  </a:lnTo>
                  <a:lnTo>
                    <a:pt x="181775" y="1062990"/>
                  </a:lnTo>
                  <a:lnTo>
                    <a:pt x="172770" y="1061720"/>
                  </a:lnTo>
                  <a:lnTo>
                    <a:pt x="173405" y="1061720"/>
                  </a:lnTo>
                  <a:lnTo>
                    <a:pt x="164541" y="1060450"/>
                  </a:lnTo>
                  <a:lnTo>
                    <a:pt x="165163" y="1060450"/>
                  </a:lnTo>
                  <a:lnTo>
                    <a:pt x="156438" y="1059192"/>
                  </a:lnTo>
                  <a:lnTo>
                    <a:pt x="157060" y="1059192"/>
                  </a:lnTo>
                  <a:lnTo>
                    <a:pt x="148475" y="1057910"/>
                  </a:lnTo>
                  <a:lnTo>
                    <a:pt x="149085" y="1057910"/>
                  </a:lnTo>
                  <a:lnTo>
                    <a:pt x="140690" y="1055370"/>
                  </a:lnTo>
                  <a:lnTo>
                    <a:pt x="141300" y="1055370"/>
                  </a:lnTo>
                  <a:lnTo>
                    <a:pt x="133057" y="1052842"/>
                  </a:lnTo>
                  <a:lnTo>
                    <a:pt x="133642" y="1052842"/>
                  </a:lnTo>
                  <a:lnTo>
                    <a:pt x="125603" y="1050290"/>
                  </a:lnTo>
                  <a:lnTo>
                    <a:pt x="126174" y="1050290"/>
                  </a:lnTo>
                  <a:lnTo>
                    <a:pt x="118325" y="1046492"/>
                  </a:lnTo>
                  <a:lnTo>
                    <a:pt x="118884" y="1046492"/>
                  </a:lnTo>
                  <a:lnTo>
                    <a:pt x="111239" y="1042670"/>
                  </a:lnTo>
                  <a:lnTo>
                    <a:pt x="111772" y="1042670"/>
                  </a:lnTo>
                  <a:lnTo>
                    <a:pt x="104355" y="1038860"/>
                  </a:lnTo>
                  <a:lnTo>
                    <a:pt x="104876" y="1038860"/>
                  </a:lnTo>
                  <a:lnTo>
                    <a:pt x="97688" y="1035050"/>
                  </a:lnTo>
                  <a:lnTo>
                    <a:pt x="98196" y="1035050"/>
                  </a:lnTo>
                  <a:lnTo>
                    <a:pt x="91249" y="1029970"/>
                  </a:lnTo>
                  <a:lnTo>
                    <a:pt x="91732" y="1029970"/>
                  </a:lnTo>
                  <a:lnTo>
                    <a:pt x="85039" y="1024890"/>
                  </a:lnTo>
                  <a:lnTo>
                    <a:pt x="85509" y="1024890"/>
                  </a:lnTo>
                  <a:lnTo>
                    <a:pt x="79082" y="1019810"/>
                  </a:lnTo>
                  <a:lnTo>
                    <a:pt x="79527" y="1019810"/>
                  </a:lnTo>
                  <a:lnTo>
                    <a:pt x="73367" y="1014742"/>
                  </a:lnTo>
                  <a:lnTo>
                    <a:pt x="73799" y="1014742"/>
                  </a:lnTo>
                  <a:lnTo>
                    <a:pt x="69100" y="1009650"/>
                  </a:lnTo>
                  <a:lnTo>
                    <a:pt x="67932" y="1008392"/>
                  </a:lnTo>
                  <a:lnTo>
                    <a:pt x="68338" y="1009650"/>
                  </a:lnTo>
                  <a:lnTo>
                    <a:pt x="63690" y="1003300"/>
                  </a:lnTo>
                  <a:lnTo>
                    <a:pt x="62763" y="1002042"/>
                  </a:lnTo>
                  <a:lnTo>
                    <a:pt x="63157" y="1003300"/>
                  </a:lnTo>
                  <a:lnTo>
                    <a:pt x="57886" y="996950"/>
                  </a:lnTo>
                  <a:lnTo>
                    <a:pt x="58254" y="996950"/>
                  </a:lnTo>
                  <a:lnTo>
                    <a:pt x="54127" y="990600"/>
                  </a:lnTo>
                  <a:lnTo>
                    <a:pt x="53314" y="989342"/>
                  </a:lnTo>
                  <a:lnTo>
                    <a:pt x="53657" y="990600"/>
                  </a:lnTo>
                  <a:lnTo>
                    <a:pt x="49809" y="984250"/>
                  </a:lnTo>
                  <a:lnTo>
                    <a:pt x="49047" y="982992"/>
                  </a:lnTo>
                  <a:lnTo>
                    <a:pt x="49364" y="984250"/>
                  </a:lnTo>
                  <a:lnTo>
                    <a:pt x="45097" y="976642"/>
                  </a:lnTo>
                  <a:lnTo>
                    <a:pt x="45389" y="976642"/>
                  </a:lnTo>
                  <a:lnTo>
                    <a:pt x="42125" y="970292"/>
                  </a:lnTo>
                  <a:lnTo>
                    <a:pt x="41478" y="969010"/>
                  </a:lnTo>
                  <a:lnTo>
                    <a:pt x="41744" y="970292"/>
                  </a:lnTo>
                  <a:lnTo>
                    <a:pt x="38696" y="962660"/>
                  </a:lnTo>
                  <a:lnTo>
                    <a:pt x="38201" y="961390"/>
                  </a:lnTo>
                  <a:lnTo>
                    <a:pt x="38442" y="962660"/>
                  </a:lnTo>
                  <a:lnTo>
                    <a:pt x="35267" y="955040"/>
                  </a:lnTo>
                  <a:lnTo>
                    <a:pt x="35483" y="955040"/>
                  </a:lnTo>
                  <a:lnTo>
                    <a:pt x="32689" y="947420"/>
                  </a:lnTo>
                  <a:lnTo>
                    <a:pt x="32880" y="947420"/>
                  </a:lnTo>
                  <a:lnTo>
                    <a:pt x="30822" y="939800"/>
                  </a:lnTo>
                  <a:lnTo>
                    <a:pt x="30721" y="939406"/>
                  </a:lnTo>
                  <a:lnTo>
                    <a:pt x="30492" y="938555"/>
                  </a:lnTo>
                  <a:lnTo>
                    <a:pt x="30060" y="937260"/>
                  </a:lnTo>
                  <a:lnTo>
                    <a:pt x="30302" y="938326"/>
                  </a:lnTo>
                  <a:lnTo>
                    <a:pt x="29464" y="934745"/>
                  </a:lnTo>
                  <a:lnTo>
                    <a:pt x="28803" y="932192"/>
                  </a:lnTo>
                  <a:lnTo>
                    <a:pt x="27241" y="923290"/>
                  </a:lnTo>
                  <a:lnTo>
                    <a:pt x="26352" y="915670"/>
                  </a:lnTo>
                  <a:lnTo>
                    <a:pt x="26174" y="914412"/>
                  </a:lnTo>
                  <a:lnTo>
                    <a:pt x="26098" y="913511"/>
                  </a:lnTo>
                  <a:lnTo>
                    <a:pt x="25590" y="906792"/>
                  </a:lnTo>
                  <a:lnTo>
                    <a:pt x="25400" y="897890"/>
                  </a:lnTo>
                  <a:lnTo>
                    <a:pt x="25400" y="189230"/>
                  </a:lnTo>
                  <a:lnTo>
                    <a:pt x="25590" y="181495"/>
                  </a:lnTo>
                  <a:lnTo>
                    <a:pt x="25679" y="180340"/>
                  </a:lnTo>
                  <a:lnTo>
                    <a:pt x="25781" y="179070"/>
                  </a:lnTo>
                  <a:lnTo>
                    <a:pt x="26276" y="172720"/>
                  </a:lnTo>
                  <a:lnTo>
                    <a:pt x="27076" y="166014"/>
                  </a:lnTo>
                  <a:lnTo>
                    <a:pt x="28803" y="156210"/>
                  </a:lnTo>
                  <a:lnTo>
                    <a:pt x="30556" y="147815"/>
                  </a:lnTo>
                  <a:lnTo>
                    <a:pt x="30492" y="148577"/>
                  </a:lnTo>
                  <a:lnTo>
                    <a:pt x="30822" y="147320"/>
                  </a:lnTo>
                  <a:lnTo>
                    <a:pt x="32880" y="139700"/>
                  </a:lnTo>
                  <a:lnTo>
                    <a:pt x="32689" y="140970"/>
                  </a:lnTo>
                  <a:lnTo>
                    <a:pt x="33083" y="139700"/>
                  </a:lnTo>
                  <a:lnTo>
                    <a:pt x="35483" y="132080"/>
                  </a:lnTo>
                  <a:lnTo>
                    <a:pt x="35267" y="133350"/>
                  </a:lnTo>
                  <a:lnTo>
                    <a:pt x="35712" y="132080"/>
                  </a:lnTo>
                  <a:lnTo>
                    <a:pt x="38442" y="124460"/>
                  </a:lnTo>
                  <a:lnTo>
                    <a:pt x="38201" y="125730"/>
                  </a:lnTo>
                  <a:lnTo>
                    <a:pt x="38785" y="124460"/>
                  </a:lnTo>
                  <a:lnTo>
                    <a:pt x="41744" y="118110"/>
                  </a:lnTo>
                  <a:lnTo>
                    <a:pt x="41478" y="118110"/>
                  </a:lnTo>
                  <a:lnTo>
                    <a:pt x="45389" y="110490"/>
                  </a:lnTo>
                  <a:lnTo>
                    <a:pt x="45097" y="111760"/>
                  </a:lnTo>
                  <a:lnTo>
                    <a:pt x="45808" y="110490"/>
                  </a:lnTo>
                  <a:lnTo>
                    <a:pt x="49364" y="104140"/>
                  </a:lnTo>
                  <a:lnTo>
                    <a:pt x="49047" y="104140"/>
                  </a:lnTo>
                  <a:lnTo>
                    <a:pt x="53657" y="96520"/>
                  </a:lnTo>
                  <a:lnTo>
                    <a:pt x="53314" y="97790"/>
                  </a:lnTo>
                  <a:lnTo>
                    <a:pt x="54127" y="96520"/>
                  </a:lnTo>
                  <a:lnTo>
                    <a:pt x="58254" y="90170"/>
                  </a:lnTo>
                  <a:lnTo>
                    <a:pt x="57886" y="91440"/>
                  </a:lnTo>
                  <a:lnTo>
                    <a:pt x="58762" y="90170"/>
                  </a:lnTo>
                  <a:lnTo>
                    <a:pt x="63157" y="83820"/>
                  </a:lnTo>
                  <a:lnTo>
                    <a:pt x="62763" y="85090"/>
                  </a:lnTo>
                  <a:lnTo>
                    <a:pt x="63868" y="83820"/>
                  </a:lnTo>
                  <a:lnTo>
                    <a:pt x="68338" y="78740"/>
                  </a:lnTo>
                  <a:lnTo>
                    <a:pt x="67932" y="78740"/>
                  </a:lnTo>
                  <a:lnTo>
                    <a:pt x="73799" y="72390"/>
                  </a:lnTo>
                  <a:lnTo>
                    <a:pt x="73367" y="73660"/>
                  </a:lnTo>
                  <a:lnTo>
                    <a:pt x="74599" y="72390"/>
                  </a:lnTo>
                  <a:lnTo>
                    <a:pt x="79527" y="67310"/>
                  </a:lnTo>
                  <a:lnTo>
                    <a:pt x="79082" y="67310"/>
                  </a:lnTo>
                  <a:lnTo>
                    <a:pt x="85509" y="62230"/>
                  </a:lnTo>
                  <a:lnTo>
                    <a:pt x="85039" y="62230"/>
                  </a:lnTo>
                  <a:lnTo>
                    <a:pt x="91732" y="57150"/>
                  </a:lnTo>
                  <a:lnTo>
                    <a:pt x="91249" y="57150"/>
                  </a:lnTo>
                  <a:lnTo>
                    <a:pt x="98196" y="52070"/>
                  </a:lnTo>
                  <a:lnTo>
                    <a:pt x="97688" y="53340"/>
                  </a:lnTo>
                  <a:lnTo>
                    <a:pt x="99479" y="52070"/>
                  </a:lnTo>
                  <a:lnTo>
                    <a:pt x="104876" y="48260"/>
                  </a:lnTo>
                  <a:lnTo>
                    <a:pt x="104355" y="48260"/>
                  </a:lnTo>
                  <a:lnTo>
                    <a:pt x="111772" y="44450"/>
                  </a:lnTo>
                  <a:lnTo>
                    <a:pt x="111239" y="44450"/>
                  </a:lnTo>
                  <a:lnTo>
                    <a:pt x="118884" y="40640"/>
                  </a:lnTo>
                  <a:lnTo>
                    <a:pt x="118325" y="40640"/>
                  </a:lnTo>
                  <a:lnTo>
                    <a:pt x="126174" y="38100"/>
                  </a:lnTo>
                  <a:lnTo>
                    <a:pt x="125603" y="38100"/>
                  </a:lnTo>
                  <a:lnTo>
                    <a:pt x="133642" y="34290"/>
                  </a:lnTo>
                  <a:lnTo>
                    <a:pt x="133057" y="34290"/>
                  </a:lnTo>
                  <a:lnTo>
                    <a:pt x="141884" y="31572"/>
                  </a:lnTo>
                  <a:lnTo>
                    <a:pt x="149085" y="30480"/>
                  </a:lnTo>
                  <a:lnTo>
                    <a:pt x="148501" y="30480"/>
                  </a:lnTo>
                  <a:lnTo>
                    <a:pt x="157657" y="27762"/>
                  </a:lnTo>
                  <a:lnTo>
                    <a:pt x="165163" y="26670"/>
                  </a:lnTo>
                  <a:lnTo>
                    <a:pt x="164541" y="26670"/>
                  </a:lnTo>
                  <a:lnTo>
                    <a:pt x="173405" y="25400"/>
                  </a:lnTo>
                  <a:lnTo>
                    <a:pt x="181127" y="25400"/>
                  </a:lnTo>
                  <a:lnTo>
                    <a:pt x="190246" y="24130"/>
                  </a:lnTo>
                  <a:lnTo>
                    <a:pt x="5748312" y="24130"/>
                  </a:lnTo>
                  <a:lnTo>
                    <a:pt x="5757430" y="25400"/>
                  </a:lnTo>
                  <a:lnTo>
                    <a:pt x="5765152" y="25400"/>
                  </a:lnTo>
                  <a:lnTo>
                    <a:pt x="5774017" y="26670"/>
                  </a:lnTo>
                  <a:lnTo>
                    <a:pt x="5773382" y="26670"/>
                  </a:lnTo>
                  <a:lnTo>
                    <a:pt x="5780887" y="27762"/>
                  </a:lnTo>
                  <a:lnTo>
                    <a:pt x="5790069" y="30480"/>
                  </a:lnTo>
                  <a:lnTo>
                    <a:pt x="5789434" y="30480"/>
                  </a:lnTo>
                  <a:lnTo>
                    <a:pt x="5796661" y="31572"/>
                  </a:lnTo>
                  <a:lnTo>
                    <a:pt x="5805500" y="34290"/>
                  </a:lnTo>
                  <a:lnTo>
                    <a:pt x="5804903" y="34290"/>
                  </a:lnTo>
                  <a:lnTo>
                    <a:pt x="5812955" y="38100"/>
                  </a:lnTo>
                  <a:lnTo>
                    <a:pt x="5812383" y="38100"/>
                  </a:lnTo>
                  <a:lnTo>
                    <a:pt x="5820232" y="40640"/>
                  </a:lnTo>
                  <a:lnTo>
                    <a:pt x="5819673" y="40640"/>
                  </a:lnTo>
                  <a:lnTo>
                    <a:pt x="5827319" y="44450"/>
                  </a:lnTo>
                  <a:lnTo>
                    <a:pt x="5826772" y="44450"/>
                  </a:lnTo>
                  <a:lnTo>
                    <a:pt x="5834202" y="48260"/>
                  </a:lnTo>
                  <a:lnTo>
                    <a:pt x="5833669" y="48260"/>
                  </a:lnTo>
                  <a:lnTo>
                    <a:pt x="5840869" y="53340"/>
                  </a:lnTo>
                  <a:lnTo>
                    <a:pt x="5840361" y="52070"/>
                  </a:lnTo>
                  <a:lnTo>
                    <a:pt x="5847308" y="57150"/>
                  </a:lnTo>
                  <a:lnTo>
                    <a:pt x="5846826" y="57150"/>
                  </a:lnTo>
                  <a:lnTo>
                    <a:pt x="5853519" y="62230"/>
                  </a:lnTo>
                  <a:lnTo>
                    <a:pt x="5853049" y="62230"/>
                  </a:lnTo>
                  <a:lnTo>
                    <a:pt x="5859475" y="67310"/>
                  </a:lnTo>
                  <a:lnTo>
                    <a:pt x="5859030" y="67310"/>
                  </a:lnTo>
                  <a:lnTo>
                    <a:pt x="5865190" y="73660"/>
                  </a:lnTo>
                  <a:lnTo>
                    <a:pt x="5864758" y="72390"/>
                  </a:lnTo>
                  <a:lnTo>
                    <a:pt x="5870626" y="78740"/>
                  </a:lnTo>
                  <a:lnTo>
                    <a:pt x="5870219" y="78740"/>
                  </a:lnTo>
                  <a:lnTo>
                    <a:pt x="5875782" y="85090"/>
                  </a:lnTo>
                  <a:lnTo>
                    <a:pt x="5875401" y="83820"/>
                  </a:lnTo>
                  <a:lnTo>
                    <a:pt x="5880659" y="91440"/>
                  </a:lnTo>
                  <a:lnTo>
                    <a:pt x="5880303" y="90170"/>
                  </a:lnTo>
                  <a:lnTo>
                    <a:pt x="5885243" y="97790"/>
                  </a:lnTo>
                  <a:lnTo>
                    <a:pt x="5884900" y="96520"/>
                  </a:lnTo>
                  <a:lnTo>
                    <a:pt x="5889510" y="104140"/>
                  </a:lnTo>
                  <a:lnTo>
                    <a:pt x="5889193" y="104140"/>
                  </a:lnTo>
                  <a:lnTo>
                    <a:pt x="5893460" y="111760"/>
                  </a:lnTo>
                  <a:lnTo>
                    <a:pt x="5893168" y="110490"/>
                  </a:lnTo>
                  <a:lnTo>
                    <a:pt x="5897080" y="118110"/>
                  </a:lnTo>
                  <a:lnTo>
                    <a:pt x="5896813" y="118110"/>
                  </a:lnTo>
                  <a:lnTo>
                    <a:pt x="5900356" y="125730"/>
                  </a:lnTo>
                  <a:lnTo>
                    <a:pt x="5900115" y="124460"/>
                  </a:lnTo>
                  <a:lnTo>
                    <a:pt x="5903290" y="133350"/>
                  </a:lnTo>
                  <a:lnTo>
                    <a:pt x="5903074" y="132080"/>
                  </a:lnTo>
                  <a:lnTo>
                    <a:pt x="5905855" y="140970"/>
                  </a:lnTo>
                  <a:lnTo>
                    <a:pt x="5905678" y="139700"/>
                  </a:lnTo>
                  <a:lnTo>
                    <a:pt x="5907849" y="147815"/>
                  </a:lnTo>
                  <a:lnTo>
                    <a:pt x="5908167" y="148577"/>
                  </a:lnTo>
                  <a:lnTo>
                    <a:pt x="5909881" y="156210"/>
                  </a:lnTo>
                  <a:lnTo>
                    <a:pt x="5911113" y="163855"/>
                  </a:lnTo>
                  <a:lnTo>
                    <a:pt x="5911367" y="165100"/>
                  </a:lnTo>
                  <a:lnTo>
                    <a:pt x="5911481" y="166014"/>
                  </a:lnTo>
                  <a:lnTo>
                    <a:pt x="5911596" y="166852"/>
                  </a:lnTo>
                  <a:lnTo>
                    <a:pt x="5912345" y="172720"/>
                  </a:lnTo>
                  <a:lnTo>
                    <a:pt x="5912955" y="181495"/>
                  </a:lnTo>
                  <a:lnTo>
                    <a:pt x="5913158" y="189230"/>
                  </a:lnTo>
                  <a:lnTo>
                    <a:pt x="5913158" y="94576"/>
                  </a:lnTo>
                  <a:lnTo>
                    <a:pt x="5910897" y="90170"/>
                  </a:lnTo>
                  <a:lnTo>
                    <a:pt x="5906770" y="83820"/>
                  </a:lnTo>
                  <a:lnTo>
                    <a:pt x="5905944" y="82550"/>
                  </a:lnTo>
                  <a:lnTo>
                    <a:pt x="5901004" y="76200"/>
                  </a:lnTo>
                  <a:lnTo>
                    <a:pt x="5898185" y="72390"/>
                  </a:lnTo>
                  <a:lnTo>
                    <a:pt x="5895378" y="68580"/>
                  </a:lnTo>
                  <a:lnTo>
                    <a:pt x="5889422" y="62230"/>
                  </a:lnTo>
                  <a:lnTo>
                    <a:pt x="5883135" y="54610"/>
                  </a:lnTo>
                  <a:lnTo>
                    <a:pt x="5882716" y="54610"/>
                  </a:lnTo>
                  <a:lnTo>
                    <a:pt x="5880074" y="52070"/>
                  </a:lnTo>
                  <a:lnTo>
                    <a:pt x="5876112" y="48260"/>
                  </a:lnTo>
                  <a:lnTo>
                    <a:pt x="5869216" y="43180"/>
                  </a:lnTo>
                  <a:lnTo>
                    <a:pt x="5862510" y="36830"/>
                  </a:lnTo>
                  <a:lnTo>
                    <a:pt x="5854814" y="31572"/>
                  </a:lnTo>
                  <a:lnTo>
                    <a:pt x="5854306" y="31572"/>
                  </a:lnTo>
                  <a:lnTo>
                    <a:pt x="5847385" y="26670"/>
                  </a:lnTo>
                  <a:lnTo>
                    <a:pt x="5846864" y="26670"/>
                  </a:lnTo>
                  <a:lnTo>
                    <a:pt x="5842876" y="24130"/>
                  </a:lnTo>
                  <a:lnTo>
                    <a:pt x="5838901" y="21590"/>
                  </a:lnTo>
                  <a:lnTo>
                    <a:pt x="5831256" y="17780"/>
                  </a:lnTo>
                  <a:lnTo>
                    <a:pt x="5822848" y="13970"/>
                  </a:lnTo>
                  <a:lnTo>
                    <a:pt x="5822277" y="13970"/>
                  </a:lnTo>
                  <a:lnTo>
                    <a:pt x="5813641" y="10160"/>
                  </a:lnTo>
                  <a:lnTo>
                    <a:pt x="5805398" y="7620"/>
                  </a:lnTo>
                  <a:lnTo>
                    <a:pt x="5795772" y="5080"/>
                  </a:lnTo>
                  <a:lnTo>
                    <a:pt x="5787199" y="3810"/>
                  </a:lnTo>
                  <a:lnTo>
                    <a:pt x="5786577" y="2540"/>
                  </a:lnTo>
                  <a:lnTo>
                    <a:pt x="5768352" y="0"/>
                  </a:lnTo>
                  <a:lnTo>
                    <a:pt x="170205" y="0"/>
                  </a:lnTo>
                  <a:lnTo>
                    <a:pt x="161340" y="1270"/>
                  </a:lnTo>
                  <a:lnTo>
                    <a:pt x="160705" y="1270"/>
                  </a:lnTo>
                  <a:lnTo>
                    <a:pt x="151980" y="2540"/>
                  </a:lnTo>
                  <a:lnTo>
                    <a:pt x="151358" y="3810"/>
                  </a:lnTo>
                  <a:lnTo>
                    <a:pt x="142773" y="5080"/>
                  </a:lnTo>
                  <a:lnTo>
                    <a:pt x="133159" y="7620"/>
                  </a:lnTo>
                  <a:lnTo>
                    <a:pt x="124917" y="10160"/>
                  </a:lnTo>
                  <a:lnTo>
                    <a:pt x="116281" y="13970"/>
                  </a:lnTo>
                  <a:lnTo>
                    <a:pt x="115709" y="13970"/>
                  </a:lnTo>
                  <a:lnTo>
                    <a:pt x="107302" y="17780"/>
                  </a:lnTo>
                  <a:lnTo>
                    <a:pt x="99656" y="21590"/>
                  </a:lnTo>
                  <a:lnTo>
                    <a:pt x="91694" y="26670"/>
                  </a:lnTo>
                  <a:lnTo>
                    <a:pt x="91173" y="26670"/>
                  </a:lnTo>
                  <a:lnTo>
                    <a:pt x="84239" y="31572"/>
                  </a:lnTo>
                  <a:lnTo>
                    <a:pt x="83731" y="31572"/>
                  </a:lnTo>
                  <a:lnTo>
                    <a:pt x="76034" y="36830"/>
                  </a:lnTo>
                  <a:lnTo>
                    <a:pt x="68872" y="43180"/>
                  </a:lnTo>
                  <a:lnTo>
                    <a:pt x="62445" y="48260"/>
                  </a:lnTo>
                  <a:lnTo>
                    <a:pt x="55410" y="54610"/>
                  </a:lnTo>
                  <a:lnTo>
                    <a:pt x="49136" y="62230"/>
                  </a:lnTo>
                  <a:lnTo>
                    <a:pt x="43180" y="68580"/>
                  </a:lnTo>
                  <a:lnTo>
                    <a:pt x="37553" y="76200"/>
                  </a:lnTo>
                  <a:lnTo>
                    <a:pt x="32613" y="82550"/>
                  </a:lnTo>
                  <a:lnTo>
                    <a:pt x="32270" y="83820"/>
                  </a:lnTo>
                  <a:lnTo>
                    <a:pt x="27660" y="90170"/>
                  </a:lnTo>
                  <a:lnTo>
                    <a:pt x="23075" y="99060"/>
                  </a:lnTo>
                  <a:lnTo>
                    <a:pt x="18872" y="106680"/>
                  </a:lnTo>
                  <a:lnTo>
                    <a:pt x="15049" y="115570"/>
                  </a:lnTo>
                  <a:lnTo>
                    <a:pt x="14808" y="115570"/>
                  </a:lnTo>
                  <a:lnTo>
                    <a:pt x="11633" y="123190"/>
                  </a:lnTo>
                  <a:lnTo>
                    <a:pt x="11417" y="124460"/>
                  </a:lnTo>
                  <a:lnTo>
                    <a:pt x="8445" y="133350"/>
                  </a:lnTo>
                  <a:lnTo>
                    <a:pt x="6057" y="140970"/>
                  </a:lnTo>
                  <a:lnTo>
                    <a:pt x="3924" y="151130"/>
                  </a:lnTo>
                  <a:lnTo>
                    <a:pt x="2235" y="160020"/>
                  </a:lnTo>
                  <a:lnTo>
                    <a:pt x="2146" y="161290"/>
                  </a:lnTo>
                  <a:lnTo>
                    <a:pt x="1016" y="170180"/>
                  </a:lnTo>
                  <a:lnTo>
                    <a:pt x="228" y="180340"/>
                  </a:lnTo>
                  <a:lnTo>
                    <a:pt x="190" y="181495"/>
                  </a:lnTo>
                  <a:lnTo>
                    <a:pt x="0" y="189230"/>
                  </a:lnTo>
                  <a:lnTo>
                    <a:pt x="0" y="897890"/>
                  </a:lnTo>
                  <a:lnTo>
                    <a:pt x="228" y="908050"/>
                  </a:lnTo>
                  <a:lnTo>
                    <a:pt x="952" y="916940"/>
                  </a:lnTo>
                  <a:lnTo>
                    <a:pt x="1016" y="918210"/>
                  </a:lnTo>
                  <a:lnTo>
                    <a:pt x="2235" y="927100"/>
                  </a:lnTo>
                  <a:lnTo>
                    <a:pt x="3784" y="935951"/>
                  </a:lnTo>
                  <a:lnTo>
                    <a:pt x="3924" y="937260"/>
                  </a:lnTo>
                  <a:lnTo>
                    <a:pt x="6057" y="946150"/>
                  </a:lnTo>
                  <a:lnTo>
                    <a:pt x="8445" y="953770"/>
                  </a:lnTo>
                  <a:lnTo>
                    <a:pt x="8636" y="955040"/>
                  </a:lnTo>
                  <a:lnTo>
                    <a:pt x="11417" y="962660"/>
                  </a:lnTo>
                  <a:lnTo>
                    <a:pt x="14808" y="971550"/>
                  </a:lnTo>
                  <a:lnTo>
                    <a:pt x="15049" y="972820"/>
                  </a:lnTo>
                  <a:lnTo>
                    <a:pt x="37553" y="1012190"/>
                  </a:lnTo>
                  <a:lnTo>
                    <a:pt x="43180" y="1018540"/>
                  </a:lnTo>
                  <a:lnTo>
                    <a:pt x="49542" y="1026160"/>
                  </a:lnTo>
                  <a:lnTo>
                    <a:pt x="55410" y="1032510"/>
                  </a:lnTo>
                  <a:lnTo>
                    <a:pt x="55841" y="1032510"/>
                  </a:lnTo>
                  <a:lnTo>
                    <a:pt x="62445" y="1038860"/>
                  </a:lnTo>
                  <a:lnTo>
                    <a:pt x="68872" y="1043940"/>
                  </a:lnTo>
                  <a:lnTo>
                    <a:pt x="76034" y="1050290"/>
                  </a:lnTo>
                  <a:lnTo>
                    <a:pt x="83477" y="1055370"/>
                  </a:lnTo>
                  <a:lnTo>
                    <a:pt x="83985" y="1055370"/>
                  </a:lnTo>
                  <a:lnTo>
                    <a:pt x="91173" y="1060450"/>
                  </a:lnTo>
                  <a:lnTo>
                    <a:pt x="91694" y="1060450"/>
                  </a:lnTo>
                  <a:lnTo>
                    <a:pt x="99656" y="1065542"/>
                  </a:lnTo>
                  <a:lnTo>
                    <a:pt x="107861" y="1069340"/>
                  </a:lnTo>
                  <a:lnTo>
                    <a:pt x="115709" y="1073150"/>
                  </a:lnTo>
                  <a:lnTo>
                    <a:pt x="116281" y="1073150"/>
                  </a:lnTo>
                  <a:lnTo>
                    <a:pt x="124917" y="1076960"/>
                  </a:lnTo>
                  <a:lnTo>
                    <a:pt x="142773" y="1082040"/>
                  </a:lnTo>
                  <a:lnTo>
                    <a:pt x="151358" y="1084592"/>
                  </a:lnTo>
                  <a:lnTo>
                    <a:pt x="151980" y="1084592"/>
                  </a:lnTo>
                  <a:lnTo>
                    <a:pt x="180479" y="1088390"/>
                  </a:lnTo>
                  <a:lnTo>
                    <a:pt x="5758713" y="1088390"/>
                  </a:lnTo>
                  <a:lnTo>
                    <a:pt x="5767717" y="1087120"/>
                  </a:lnTo>
                  <a:lnTo>
                    <a:pt x="5768352" y="1087120"/>
                  </a:lnTo>
                  <a:lnTo>
                    <a:pt x="5777217" y="1085850"/>
                  </a:lnTo>
                  <a:lnTo>
                    <a:pt x="5777852" y="1085850"/>
                  </a:lnTo>
                  <a:lnTo>
                    <a:pt x="5786577" y="1084592"/>
                  </a:lnTo>
                  <a:lnTo>
                    <a:pt x="5787199" y="1084592"/>
                  </a:lnTo>
                  <a:lnTo>
                    <a:pt x="5795772" y="1082040"/>
                  </a:lnTo>
                  <a:lnTo>
                    <a:pt x="5813641" y="1076960"/>
                  </a:lnTo>
                  <a:lnTo>
                    <a:pt x="5822277" y="1073150"/>
                  </a:lnTo>
                  <a:lnTo>
                    <a:pt x="5822848" y="1073150"/>
                  </a:lnTo>
                  <a:lnTo>
                    <a:pt x="5830697" y="1069340"/>
                  </a:lnTo>
                  <a:lnTo>
                    <a:pt x="5838901" y="1065542"/>
                  </a:lnTo>
                  <a:lnTo>
                    <a:pt x="5842876" y="1062990"/>
                  </a:lnTo>
                  <a:lnTo>
                    <a:pt x="5846864" y="1060450"/>
                  </a:lnTo>
                  <a:lnTo>
                    <a:pt x="5847385" y="1060450"/>
                  </a:lnTo>
                  <a:lnTo>
                    <a:pt x="5854573" y="1055370"/>
                  </a:lnTo>
                  <a:lnTo>
                    <a:pt x="5855081" y="1055370"/>
                  </a:lnTo>
                  <a:lnTo>
                    <a:pt x="5862028" y="1050290"/>
                  </a:lnTo>
                  <a:lnTo>
                    <a:pt x="5869216" y="1045210"/>
                  </a:lnTo>
                  <a:lnTo>
                    <a:pt x="5876112" y="1038860"/>
                  </a:lnTo>
                  <a:lnTo>
                    <a:pt x="5882716" y="1032510"/>
                  </a:lnTo>
                  <a:lnTo>
                    <a:pt x="5889422" y="1026160"/>
                  </a:lnTo>
                  <a:lnTo>
                    <a:pt x="5895378" y="1018540"/>
                  </a:lnTo>
                  <a:lnTo>
                    <a:pt x="5901004" y="1012190"/>
                  </a:lnTo>
                  <a:lnTo>
                    <a:pt x="5902642" y="1009650"/>
                  </a:lnTo>
                  <a:lnTo>
                    <a:pt x="5906770" y="1003300"/>
                  </a:lnTo>
                  <a:lnTo>
                    <a:pt x="5910897" y="996950"/>
                  </a:lnTo>
                  <a:lnTo>
                    <a:pt x="5911215" y="996950"/>
                  </a:lnTo>
                  <a:lnTo>
                    <a:pt x="5914771" y="990600"/>
                  </a:lnTo>
                  <a:lnTo>
                    <a:pt x="5915482" y="989342"/>
                  </a:lnTo>
                  <a:lnTo>
                    <a:pt x="5918035" y="984250"/>
                  </a:lnTo>
                  <a:lnTo>
                    <a:pt x="5919952" y="980440"/>
                  </a:lnTo>
                  <a:lnTo>
                    <a:pt x="5923508" y="972820"/>
                  </a:lnTo>
                  <a:lnTo>
                    <a:pt x="5923750" y="971550"/>
                  </a:lnTo>
                  <a:lnTo>
                    <a:pt x="5924232" y="970292"/>
                  </a:lnTo>
                  <a:lnTo>
                    <a:pt x="5927128" y="962660"/>
                  </a:lnTo>
                  <a:lnTo>
                    <a:pt x="5929922" y="955040"/>
                  </a:lnTo>
                  <a:lnTo>
                    <a:pt x="5930112" y="953770"/>
                  </a:lnTo>
                  <a:lnTo>
                    <a:pt x="5932500" y="946150"/>
                  </a:lnTo>
                  <a:lnTo>
                    <a:pt x="5934024" y="939800"/>
                  </a:lnTo>
                  <a:lnTo>
                    <a:pt x="5934113" y="939406"/>
                  </a:lnTo>
                  <a:lnTo>
                    <a:pt x="5934634" y="937260"/>
                  </a:lnTo>
                  <a:lnTo>
                    <a:pt x="5934761" y="935951"/>
                  </a:lnTo>
                  <a:lnTo>
                    <a:pt x="5935421" y="932192"/>
                  </a:lnTo>
                  <a:lnTo>
                    <a:pt x="5936323" y="927100"/>
                  </a:lnTo>
                  <a:lnTo>
                    <a:pt x="5937542" y="918210"/>
                  </a:lnTo>
                  <a:lnTo>
                    <a:pt x="5937605" y="916940"/>
                  </a:lnTo>
                  <a:lnTo>
                    <a:pt x="5937694" y="915670"/>
                  </a:lnTo>
                  <a:lnTo>
                    <a:pt x="5937796" y="914412"/>
                  </a:lnTo>
                  <a:lnTo>
                    <a:pt x="5937859" y="913511"/>
                  </a:lnTo>
                  <a:lnTo>
                    <a:pt x="5938291" y="908050"/>
                  </a:lnTo>
                  <a:lnTo>
                    <a:pt x="5938317" y="906792"/>
                  </a:lnTo>
                  <a:lnTo>
                    <a:pt x="5938558" y="897890"/>
                  </a:lnTo>
                  <a:lnTo>
                    <a:pt x="5938558" y="189230"/>
                  </a:lnTo>
                  <a:close/>
                </a:path>
              </a:pathLst>
            </a:custGeom>
            <a:solidFill>
              <a:srgbClr val="162C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590135" y="1231506"/>
            <a:ext cx="5228590" cy="655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latin typeface="Times New Roman"/>
                <a:cs typeface="Times New Roman"/>
              </a:rPr>
              <a:t>Python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2400">
                <a:latin typeface="Times New Roman"/>
                <a:cs typeface="Times New Roman"/>
              </a:rPr>
              <a:t>(Main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backend,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AI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3600" spc="-20">
                <a:latin typeface="Times New Roman"/>
                <a:cs typeface="Times New Roman"/>
              </a:rPr>
              <a:t>HTML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2800">
                <a:latin typeface="Times New Roman"/>
                <a:cs typeface="Times New Roman"/>
              </a:rPr>
              <a:t>(Frontend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Dashboard</a:t>
            </a:r>
            <a:r>
              <a:rPr dirty="0" sz="2800" spc="-9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95"/>
              </a:spcBef>
            </a:pPr>
            <a:endParaRPr sz="28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</a:pPr>
            <a:r>
              <a:rPr dirty="0" sz="3600" spc="-25">
                <a:latin typeface="Times New Roman"/>
                <a:cs typeface="Times New Roman"/>
              </a:rPr>
              <a:t>CSS</a:t>
            </a:r>
            <a:endParaRPr sz="36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  <a:spcBef>
                <a:spcPts val="25"/>
              </a:spcBef>
            </a:pPr>
            <a:r>
              <a:rPr dirty="0" sz="3200">
                <a:latin typeface="Times New Roman"/>
                <a:cs typeface="Times New Roman"/>
              </a:rPr>
              <a:t>(Frontend</a:t>
            </a:r>
            <a:r>
              <a:rPr dirty="0" sz="3200" spc="-4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Styling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Layout)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3600" spc="-10">
                <a:latin typeface="Times New Roman"/>
                <a:cs typeface="Times New Roman"/>
              </a:rPr>
              <a:t>JavaScript</a:t>
            </a:r>
            <a:endParaRPr sz="3600">
              <a:latin typeface="Times New Roman"/>
              <a:cs typeface="Times New Roman"/>
            </a:endParaRPr>
          </a:p>
          <a:p>
            <a:pPr algn="ctr" marL="12700" marR="5080" indent="635">
              <a:lnSpc>
                <a:spcPct val="100000"/>
              </a:lnSpc>
              <a:spcBef>
                <a:spcPts val="25"/>
              </a:spcBef>
            </a:pPr>
            <a:r>
              <a:rPr dirty="0" sz="3200">
                <a:latin typeface="Times New Roman"/>
                <a:cs typeface="Times New Roman"/>
              </a:rPr>
              <a:t>(Frontend</a:t>
            </a:r>
            <a:r>
              <a:rPr dirty="0" sz="3200" spc="-6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interactivity,UI </a:t>
            </a:r>
            <a:r>
              <a:rPr dirty="0" sz="3200">
                <a:latin typeface="Times New Roman"/>
                <a:cs typeface="Times New Roman"/>
              </a:rPr>
              <a:t>behaviour</a:t>
            </a:r>
            <a:r>
              <a:rPr dirty="0" sz="3200" spc="-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</a:t>
            </a:r>
            <a:r>
              <a:rPr dirty="0" sz="3200" spc="-5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client-</a:t>
            </a:r>
            <a:r>
              <a:rPr dirty="0" sz="3200">
                <a:latin typeface="Times New Roman"/>
                <a:cs typeface="Times New Roman"/>
              </a:rPr>
              <a:t>slide</a:t>
            </a:r>
            <a:r>
              <a:rPr dirty="0" sz="3200" spc="-5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calls)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66585" y="2260726"/>
            <a:ext cx="76200" cy="4001770"/>
          </a:xfrm>
          <a:custGeom>
            <a:avLst/>
            <a:gdLst/>
            <a:ahLst/>
            <a:cxnLst/>
            <a:rect l="l" t="t" r="r" b="b"/>
            <a:pathLst>
              <a:path w="76200" h="4001770">
                <a:moveTo>
                  <a:pt x="76200" y="3924985"/>
                </a:moveTo>
                <a:lnTo>
                  <a:pt x="42862" y="3924985"/>
                </a:lnTo>
                <a:lnTo>
                  <a:pt x="42862" y="3368611"/>
                </a:lnTo>
                <a:lnTo>
                  <a:pt x="33337" y="3368611"/>
                </a:lnTo>
                <a:lnTo>
                  <a:pt x="33337" y="3924985"/>
                </a:lnTo>
                <a:lnTo>
                  <a:pt x="0" y="3924985"/>
                </a:lnTo>
                <a:lnTo>
                  <a:pt x="38100" y="4001185"/>
                </a:lnTo>
                <a:lnTo>
                  <a:pt x="66675" y="3944035"/>
                </a:lnTo>
                <a:lnTo>
                  <a:pt x="76200" y="3924985"/>
                </a:lnTo>
                <a:close/>
              </a:path>
              <a:path w="76200" h="4001770">
                <a:moveTo>
                  <a:pt x="76200" y="2229066"/>
                </a:moveTo>
                <a:lnTo>
                  <a:pt x="42862" y="2229066"/>
                </a:lnTo>
                <a:lnTo>
                  <a:pt x="42862" y="1618246"/>
                </a:lnTo>
                <a:lnTo>
                  <a:pt x="33337" y="1618246"/>
                </a:lnTo>
                <a:lnTo>
                  <a:pt x="33337" y="2229066"/>
                </a:lnTo>
                <a:lnTo>
                  <a:pt x="0" y="2229066"/>
                </a:lnTo>
                <a:lnTo>
                  <a:pt x="38100" y="2305266"/>
                </a:lnTo>
                <a:lnTo>
                  <a:pt x="66675" y="2248116"/>
                </a:lnTo>
                <a:lnTo>
                  <a:pt x="76200" y="2229066"/>
                </a:lnTo>
                <a:close/>
              </a:path>
              <a:path w="76200" h="4001770">
                <a:moveTo>
                  <a:pt x="76200" y="478701"/>
                </a:moveTo>
                <a:lnTo>
                  <a:pt x="42862" y="478701"/>
                </a:lnTo>
                <a:lnTo>
                  <a:pt x="42862" y="0"/>
                </a:lnTo>
                <a:lnTo>
                  <a:pt x="33337" y="0"/>
                </a:lnTo>
                <a:lnTo>
                  <a:pt x="33337" y="478701"/>
                </a:lnTo>
                <a:lnTo>
                  <a:pt x="0" y="478701"/>
                </a:lnTo>
                <a:lnTo>
                  <a:pt x="38100" y="554901"/>
                </a:lnTo>
                <a:lnTo>
                  <a:pt x="66675" y="497751"/>
                </a:lnTo>
                <a:lnTo>
                  <a:pt x="76200" y="4787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31473" y="200863"/>
            <a:ext cx="381444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8130" y="1136015"/>
            <a:ext cx="11122660" cy="596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proposed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system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successfully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predicts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software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risk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levels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using </a:t>
            </a:r>
            <a:r>
              <a:rPr dirty="0" sz="3000">
                <a:latin typeface="Times New Roman"/>
                <a:cs typeface="Times New Roman"/>
              </a:rPr>
              <a:t>machine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learning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techniques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software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metrics.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By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applying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 spc="-25">
                <a:latin typeface="Times New Roman"/>
                <a:cs typeface="Times New Roman"/>
              </a:rPr>
              <a:t>the </a:t>
            </a:r>
            <a:r>
              <a:rPr dirty="0" sz="3000">
                <a:latin typeface="Times New Roman"/>
                <a:cs typeface="Times New Roman"/>
              </a:rPr>
              <a:t>Random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Forest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algorithm,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system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classifies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software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modules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 spc="-20">
                <a:latin typeface="Times New Roman"/>
                <a:cs typeface="Times New Roman"/>
              </a:rPr>
              <a:t>into </a:t>
            </a:r>
            <a:r>
              <a:rPr dirty="0" sz="3000">
                <a:latin typeface="Times New Roman"/>
                <a:cs typeface="Times New Roman"/>
              </a:rPr>
              <a:t>Low,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Medium,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High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risk</a:t>
            </a:r>
            <a:r>
              <a:rPr dirty="0" sz="3000" spc="-3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categories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with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good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accuracy.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project </a:t>
            </a:r>
            <a:r>
              <a:rPr dirty="0" sz="3000">
                <a:latin typeface="Times New Roman"/>
                <a:cs typeface="Times New Roman"/>
              </a:rPr>
              <a:t>helps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developers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identify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potential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defects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at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early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stage,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reducing </a:t>
            </a:r>
            <a:r>
              <a:rPr dirty="0" sz="3000">
                <a:latin typeface="Times New Roman"/>
                <a:cs typeface="Times New Roman"/>
              </a:rPr>
              <a:t>maintenance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cost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improving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software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quality.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3000">
              <a:latin typeface="Times New Roman"/>
              <a:cs typeface="Times New Roman"/>
            </a:endParaRPr>
          </a:p>
          <a:p>
            <a:pPr marL="12700" marR="15240">
              <a:lnSpc>
                <a:spcPct val="100000"/>
              </a:lnSpc>
            </a:pP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integration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of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Flask-</a:t>
            </a:r>
            <a:r>
              <a:rPr dirty="0" sz="3000">
                <a:latin typeface="Times New Roman"/>
                <a:cs typeface="Times New Roman"/>
              </a:rPr>
              <a:t>based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web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application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makes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system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user-</a:t>
            </a:r>
            <a:r>
              <a:rPr dirty="0" sz="3000">
                <a:latin typeface="Times New Roman"/>
                <a:cs typeface="Times New Roman"/>
              </a:rPr>
              <a:t>friendly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efficient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for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 spc="-20">
                <a:latin typeface="Times New Roman"/>
                <a:cs typeface="Times New Roman"/>
              </a:rPr>
              <a:t>real-</a:t>
            </a:r>
            <a:r>
              <a:rPr dirty="0" sz="3000">
                <a:latin typeface="Times New Roman"/>
                <a:cs typeface="Times New Roman"/>
              </a:rPr>
              <a:t>time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prediction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analysis.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Graphical </a:t>
            </a:r>
            <a:r>
              <a:rPr dirty="0" sz="3000">
                <a:latin typeface="Times New Roman"/>
                <a:cs typeface="Times New Roman"/>
              </a:rPr>
              <a:t>visualization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analytics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further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improve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decision-</a:t>
            </a:r>
            <a:r>
              <a:rPr dirty="0" sz="3000">
                <a:latin typeface="Times New Roman"/>
                <a:cs typeface="Times New Roman"/>
              </a:rPr>
              <a:t>making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 spc="-25">
                <a:latin typeface="Times New Roman"/>
                <a:cs typeface="Times New Roman"/>
              </a:rPr>
              <a:t>and </a:t>
            </a:r>
            <a:r>
              <a:rPr dirty="0" sz="3000">
                <a:latin typeface="Times New Roman"/>
                <a:cs typeface="Times New Roman"/>
              </a:rPr>
              <a:t>understanding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of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software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risks.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Overall,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project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provides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 spc="-25">
                <a:latin typeface="Times New Roman"/>
                <a:cs typeface="Times New Roman"/>
              </a:rPr>
              <a:t>an </a:t>
            </a:r>
            <a:r>
              <a:rPr dirty="0" sz="3000">
                <a:latin typeface="Times New Roman"/>
                <a:cs typeface="Times New Roman"/>
              </a:rPr>
              <a:t>effective,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scalable,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intelligent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solution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for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software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quality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analytics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2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risk</a:t>
            </a:r>
            <a:r>
              <a:rPr dirty="0" sz="3000" spc="-2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prediction.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64150" y="4133684"/>
            <a:ext cx="4102100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/>
              <a:t>Thank</a:t>
            </a:r>
            <a:r>
              <a:rPr dirty="0" sz="6600" spc="-135"/>
              <a:t> </a:t>
            </a:r>
            <a:r>
              <a:rPr dirty="0" sz="6600" spc="-25"/>
              <a:t>You</a:t>
            </a:r>
            <a:endParaRPr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/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/>
  <dcterms:created xsi:type="dcterms:W3CDTF">2026-04-29T05:19:07Z</dcterms:created>
  <dcterms:modified xsi:type="dcterms:W3CDTF">2026-04-29T05:19:07Z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2026-04-26T00:00:00Z</vt:filetime>
  </property>
  <property fmtid="{D5CDD505-2E9C-101B-9397-08002B2CF9AE}" pid="4" name="Creator">
    <vt:lpwstr>WPS Presentation</vt:lpwstr>
  </property>
  <property fmtid="{D5CDD505-2E9C-101B-9397-08002B2CF9AE}" pid="5" name="LastSaved">
    <vt:filetime>2026-04-29T00:00:00Z</vt:filetime>
  </property>
  <property fmtid="{D5CDD505-2E9C-101B-9397-08002B2CF9AE}" pid="6" name="Producer">
    <vt:lpwstr>macOS Version 26.2 (Build 25C56) Quartz PDFContext</vt:lpwstr>
  </property>
  <property fmtid="{D5CDD505-2E9C-101B-9397-08002B2CF9AE}" pid="7" name="SourceModified">
    <vt:lpwstr>D:20260426183815+00'00'</vt:lpwstr>
  </property>
</Properties>
</file>