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1430000" cy="8458200"/>
  <p:notesSz cx="11430000" cy="8458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55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622042"/>
            <a:ext cx="9715500" cy="177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4736592"/>
            <a:ext cx="8001000" cy="2114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945386"/>
            <a:ext cx="4972050" cy="5582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945386"/>
            <a:ext cx="4972050" cy="5582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00" y="173990"/>
            <a:ext cx="9287509" cy="1018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9789" y="1784350"/>
            <a:ext cx="9977120" cy="5864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7866126"/>
            <a:ext cx="3657600" cy="42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7866126"/>
            <a:ext cx="2628900" cy="42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7866126"/>
            <a:ext cx="2628900" cy="42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8458200">
                <a:moveTo>
                  <a:pt x="11430000" y="8458200"/>
                </a:moveTo>
                <a:lnTo>
                  <a:pt x="0" y="84582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84582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97939" y="5237695"/>
            <a:ext cx="3990340" cy="220408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800" b="1" spc="-125" dirty="0">
                <a:latin typeface="Tahoma"/>
                <a:cs typeface="Tahoma"/>
              </a:rPr>
              <a:t>PRESENTED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BY</a:t>
            </a:r>
            <a:endParaRPr sz="1800">
              <a:latin typeface="Tahoma"/>
              <a:cs typeface="Tahoma"/>
            </a:endParaRPr>
          </a:p>
          <a:p>
            <a:pPr marL="1002665" marR="1217930">
              <a:lnSpc>
                <a:spcPct val="100000"/>
              </a:lnSpc>
              <a:spcBef>
                <a:spcPts val="315"/>
              </a:spcBef>
            </a:pPr>
            <a:r>
              <a:rPr sz="2000" spc="-170" dirty="0">
                <a:latin typeface="Arial MT"/>
                <a:cs typeface="Arial MT"/>
              </a:rPr>
              <a:t>Prasannaram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254" dirty="0">
                <a:latin typeface="Arial MT"/>
                <a:cs typeface="Arial MT"/>
              </a:rPr>
              <a:t>R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R </a:t>
            </a:r>
            <a:r>
              <a:rPr sz="2000" spc="-45" dirty="0">
                <a:latin typeface="Arial MT"/>
                <a:cs typeface="Arial MT"/>
              </a:rPr>
              <a:t>[redacted]</a:t>
            </a:r>
            <a:endParaRPr sz="2000">
              <a:latin typeface="Arial MT"/>
              <a:cs typeface="Arial MT"/>
            </a:endParaRPr>
          </a:p>
          <a:p>
            <a:pPr marL="1002665">
              <a:lnSpc>
                <a:spcPct val="100000"/>
              </a:lnSpc>
            </a:pPr>
            <a:r>
              <a:rPr sz="2000" spc="-145" dirty="0">
                <a:latin typeface="Arial MT"/>
                <a:cs typeface="Arial MT"/>
              </a:rPr>
              <a:t>Final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Year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305" dirty="0">
                <a:latin typeface="Arial MT"/>
                <a:cs typeface="Arial MT"/>
              </a:rPr>
              <a:t>CSE</a:t>
            </a:r>
            <a:endParaRPr sz="2000">
              <a:latin typeface="Arial MT"/>
              <a:cs typeface="Arial MT"/>
            </a:endParaRPr>
          </a:p>
          <a:p>
            <a:pPr marL="1002665" marR="5080">
              <a:lnSpc>
                <a:spcPct val="100000"/>
              </a:lnSpc>
            </a:pPr>
            <a:r>
              <a:rPr sz="2000" spc="-210" dirty="0">
                <a:latin typeface="Arial MT"/>
                <a:cs typeface="Arial MT"/>
              </a:rPr>
              <a:t>V.S.B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College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Engineering </a:t>
            </a:r>
            <a:r>
              <a:rPr sz="2000" spc="-114" dirty="0">
                <a:latin typeface="Arial MT"/>
                <a:cs typeface="Arial MT"/>
              </a:rPr>
              <a:t>Technical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Campus, Coimbatore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4340" y="5182261"/>
            <a:ext cx="3816985" cy="22599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800" b="1" spc="-125" dirty="0">
                <a:latin typeface="Tahoma"/>
                <a:cs typeface="Tahoma"/>
              </a:rPr>
              <a:t>GUIDED</a:t>
            </a:r>
            <a:r>
              <a:rPr sz="1800" b="1" spc="-9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BY</a:t>
            </a:r>
            <a:endParaRPr sz="1800">
              <a:latin typeface="Tahoma"/>
              <a:cs typeface="Tahoma"/>
            </a:endParaRPr>
          </a:p>
          <a:p>
            <a:pPr marL="774700" marR="929640">
              <a:lnSpc>
                <a:spcPct val="100000"/>
              </a:lnSpc>
              <a:spcBef>
                <a:spcPts val="545"/>
              </a:spcBef>
            </a:pPr>
            <a:r>
              <a:rPr sz="2000" dirty="0">
                <a:latin typeface="Arial MT"/>
                <a:cs typeface="Arial MT"/>
              </a:rPr>
              <a:t>Dr.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245" dirty="0">
                <a:latin typeface="Arial MT"/>
                <a:cs typeface="Arial MT"/>
              </a:rPr>
              <a:t>Jamuna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R </a:t>
            </a:r>
            <a:r>
              <a:rPr sz="2000" spc="-110" dirty="0">
                <a:latin typeface="Arial MT"/>
                <a:cs typeface="Arial MT"/>
              </a:rPr>
              <a:t>Associate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Professor, </a:t>
            </a:r>
            <a:r>
              <a:rPr sz="2000" spc="-55" dirty="0">
                <a:latin typeface="Arial MT"/>
                <a:cs typeface="Arial MT"/>
              </a:rPr>
              <a:t>Department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CSE,</a:t>
            </a:r>
            <a:endParaRPr sz="2000">
              <a:latin typeface="Arial MT"/>
              <a:cs typeface="Arial MT"/>
            </a:endParaRPr>
          </a:p>
          <a:p>
            <a:pPr marL="774700" marR="5080">
              <a:lnSpc>
                <a:spcPct val="100000"/>
              </a:lnSpc>
            </a:pPr>
            <a:r>
              <a:rPr sz="2000" spc="-210" dirty="0">
                <a:latin typeface="Arial MT"/>
                <a:cs typeface="Arial MT"/>
              </a:rPr>
              <a:t>V.S.B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College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Engineering, </a:t>
            </a:r>
            <a:r>
              <a:rPr sz="2000" spc="-114" dirty="0">
                <a:latin typeface="Arial MT"/>
                <a:cs typeface="Arial MT"/>
              </a:rPr>
              <a:t>Technical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Campus, Coimbatore.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5450" rIns="0" bIns="0" rtlCol="0">
            <a:spAutoFit/>
          </a:bodyPr>
          <a:lstStyle/>
          <a:p>
            <a:pPr marL="177990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V.S.B</a:t>
            </a:r>
            <a:r>
              <a:rPr sz="2400" spc="145" dirty="0"/>
              <a:t> </a:t>
            </a:r>
            <a:r>
              <a:rPr sz="2400" dirty="0"/>
              <a:t>COLLEGE</a:t>
            </a:r>
            <a:r>
              <a:rPr sz="2400" spc="145" dirty="0"/>
              <a:t> </a:t>
            </a:r>
            <a:r>
              <a:rPr sz="2400" spc="95" dirty="0"/>
              <a:t>OF</a:t>
            </a:r>
            <a:r>
              <a:rPr sz="2400" spc="145" dirty="0"/>
              <a:t> </a:t>
            </a:r>
            <a:r>
              <a:rPr sz="2400" spc="150" dirty="0"/>
              <a:t>ENGINEERING</a:t>
            </a:r>
            <a:r>
              <a:rPr sz="2400" spc="140" dirty="0"/>
              <a:t> </a:t>
            </a:r>
            <a:r>
              <a:rPr sz="2400" spc="180" dirty="0"/>
              <a:t>TECHNICAL</a:t>
            </a:r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89559"/>
            <a:ext cx="1635252" cy="17114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6269" y="1319530"/>
            <a:ext cx="10463530" cy="3907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1370" algn="ctr">
              <a:lnSpc>
                <a:spcPct val="100000"/>
              </a:lnSpc>
              <a:spcBef>
                <a:spcPts val="100"/>
              </a:spcBef>
            </a:pPr>
            <a:r>
              <a:rPr sz="2400" b="1" spc="135" dirty="0">
                <a:latin typeface="Arial"/>
                <a:cs typeface="Arial"/>
              </a:rPr>
              <a:t>CAMPUS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dirty="0">
                <a:latin typeface="Arial Black"/>
                <a:cs typeface="Arial Black"/>
              </a:rPr>
              <a:t>(An</a:t>
            </a:r>
            <a:r>
              <a:rPr sz="2400" spc="-40" dirty="0">
                <a:latin typeface="Arial Black"/>
                <a:cs typeface="Arial Black"/>
              </a:rPr>
              <a:t> </a:t>
            </a:r>
            <a:r>
              <a:rPr sz="2400" spc="-175" dirty="0">
                <a:latin typeface="Arial Black"/>
                <a:cs typeface="Arial Black"/>
              </a:rPr>
              <a:t>Autonomous</a:t>
            </a:r>
            <a:r>
              <a:rPr sz="2400" spc="-25" dirty="0">
                <a:latin typeface="Arial Black"/>
                <a:cs typeface="Arial Black"/>
              </a:rPr>
              <a:t> </a:t>
            </a:r>
            <a:r>
              <a:rPr sz="2400" spc="-140" dirty="0">
                <a:latin typeface="Arial Black"/>
                <a:cs typeface="Arial Black"/>
              </a:rPr>
              <a:t>Institution)</a:t>
            </a:r>
            <a:r>
              <a:rPr sz="2400" spc="-30" dirty="0">
                <a:latin typeface="Arial Black"/>
                <a:cs typeface="Arial Black"/>
              </a:rPr>
              <a:t> </a:t>
            </a:r>
            <a:r>
              <a:rPr sz="2400" b="1" spc="55" dirty="0">
                <a:latin typeface="Arial"/>
                <a:cs typeface="Arial"/>
              </a:rPr>
              <a:t>,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145" dirty="0">
                <a:latin typeface="Arial"/>
                <a:cs typeface="Arial"/>
              </a:rPr>
              <a:t>COIMBATORE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25"/>
              </a:spcBef>
            </a:pPr>
            <a:endParaRPr sz="2400" dirty="0">
              <a:latin typeface="Arial"/>
              <a:cs typeface="Arial"/>
            </a:endParaRPr>
          </a:p>
          <a:p>
            <a:pPr marR="561340" algn="ctr">
              <a:lnSpc>
                <a:spcPct val="100000"/>
              </a:lnSpc>
            </a:pPr>
            <a:r>
              <a:rPr sz="2000" b="1" spc="-155" dirty="0">
                <a:latin typeface="Tahoma"/>
                <a:cs typeface="Tahoma"/>
              </a:rPr>
              <a:t>DEPARTMENT</a:t>
            </a:r>
            <a:r>
              <a:rPr sz="2000" b="1" spc="25" dirty="0">
                <a:latin typeface="Tahoma"/>
                <a:cs typeface="Tahoma"/>
              </a:rPr>
              <a:t> </a:t>
            </a:r>
            <a:r>
              <a:rPr sz="2000" b="1" spc="-55" dirty="0">
                <a:latin typeface="Tahoma"/>
                <a:cs typeface="Tahoma"/>
              </a:rPr>
              <a:t>OF</a:t>
            </a:r>
            <a:r>
              <a:rPr sz="2000" b="1" spc="-40" dirty="0">
                <a:latin typeface="Tahoma"/>
                <a:cs typeface="Tahoma"/>
              </a:rPr>
              <a:t> </a:t>
            </a:r>
            <a:r>
              <a:rPr sz="2000" b="1" spc="-140" dirty="0">
                <a:latin typeface="Tahoma"/>
                <a:cs typeface="Tahoma"/>
              </a:rPr>
              <a:t>COMPUTER </a:t>
            </a:r>
            <a:r>
              <a:rPr sz="2000" b="1" spc="-10" dirty="0">
                <a:latin typeface="Tahoma"/>
                <a:cs typeface="Tahoma"/>
              </a:rPr>
              <a:t>SCIENCE</a:t>
            </a:r>
            <a:endParaRPr sz="2000" dirty="0">
              <a:latin typeface="Tahoma"/>
              <a:cs typeface="Tahoma"/>
            </a:endParaRPr>
          </a:p>
          <a:p>
            <a:pPr marL="12700" marR="5080" indent="1148715">
              <a:lnSpc>
                <a:spcPct val="151700"/>
              </a:lnSpc>
              <a:spcBef>
                <a:spcPts val="1480"/>
              </a:spcBef>
            </a:pPr>
            <a:r>
              <a:rPr sz="3200" b="1" spc="-229" dirty="0">
                <a:latin typeface="Tahoma"/>
                <a:cs typeface="Tahoma"/>
              </a:rPr>
              <a:t>SOFTWARE</a:t>
            </a:r>
            <a:r>
              <a:rPr sz="3200" b="1" spc="-75" dirty="0">
                <a:latin typeface="Tahoma"/>
                <a:cs typeface="Tahoma"/>
              </a:rPr>
              <a:t> </a:t>
            </a:r>
            <a:r>
              <a:rPr sz="3200" b="1" spc="-220" dirty="0">
                <a:latin typeface="Tahoma"/>
                <a:cs typeface="Tahoma"/>
              </a:rPr>
              <a:t>QUALITY</a:t>
            </a:r>
            <a:r>
              <a:rPr sz="3200" b="1" spc="-210" dirty="0">
                <a:latin typeface="Tahoma"/>
                <a:cs typeface="Tahoma"/>
              </a:rPr>
              <a:t> </a:t>
            </a:r>
            <a:r>
              <a:rPr sz="3200" b="1" spc="-240" dirty="0">
                <a:latin typeface="Tahoma"/>
                <a:cs typeface="Tahoma"/>
              </a:rPr>
              <a:t>ANALYTICS</a:t>
            </a:r>
            <a:r>
              <a:rPr sz="3200" b="1" spc="-145" dirty="0">
                <a:latin typeface="Tahoma"/>
                <a:cs typeface="Tahoma"/>
              </a:rPr>
              <a:t> </a:t>
            </a:r>
            <a:r>
              <a:rPr sz="3200" b="1" spc="-200" dirty="0">
                <a:latin typeface="Tahoma"/>
                <a:cs typeface="Tahoma"/>
              </a:rPr>
              <a:t>AND</a:t>
            </a:r>
            <a:r>
              <a:rPr sz="3200" b="1" spc="-155" dirty="0">
                <a:latin typeface="Tahoma"/>
                <a:cs typeface="Tahoma"/>
              </a:rPr>
              <a:t> </a:t>
            </a:r>
            <a:r>
              <a:rPr sz="3200" b="1" spc="-20" dirty="0">
                <a:latin typeface="Tahoma"/>
                <a:cs typeface="Tahoma"/>
              </a:rPr>
              <a:t>RISK </a:t>
            </a:r>
            <a:r>
              <a:rPr sz="3200" b="1" spc="-245" dirty="0">
                <a:latin typeface="Tahoma"/>
                <a:cs typeface="Tahoma"/>
              </a:rPr>
              <a:t>ASSESSMENT</a:t>
            </a:r>
            <a:r>
              <a:rPr sz="3200" b="1" spc="25" dirty="0">
                <a:latin typeface="Tahoma"/>
                <a:cs typeface="Tahoma"/>
              </a:rPr>
              <a:t> </a:t>
            </a:r>
            <a:r>
              <a:rPr sz="3200" b="1" spc="-250" dirty="0">
                <a:latin typeface="Tahoma"/>
                <a:cs typeface="Tahoma"/>
              </a:rPr>
              <a:t>USING</a:t>
            </a:r>
            <a:r>
              <a:rPr sz="3200" b="1" spc="-140" dirty="0">
                <a:latin typeface="Tahoma"/>
                <a:cs typeface="Tahoma"/>
              </a:rPr>
              <a:t> </a:t>
            </a:r>
            <a:r>
              <a:rPr sz="3200" b="1" spc="-240" dirty="0">
                <a:latin typeface="Tahoma"/>
                <a:cs typeface="Tahoma"/>
              </a:rPr>
              <a:t>CLOUD-</a:t>
            </a:r>
            <a:r>
              <a:rPr sz="3200" b="1" spc="-215" dirty="0">
                <a:latin typeface="Tahoma"/>
                <a:cs typeface="Tahoma"/>
              </a:rPr>
              <a:t>BASED</a:t>
            </a:r>
            <a:r>
              <a:rPr sz="3200" b="1" spc="-140" dirty="0">
                <a:latin typeface="Tahoma"/>
                <a:cs typeface="Tahoma"/>
              </a:rPr>
              <a:t> </a:t>
            </a:r>
            <a:r>
              <a:rPr sz="3200" b="1" spc="-275" dirty="0">
                <a:latin typeface="Tahoma"/>
                <a:cs typeface="Tahoma"/>
              </a:rPr>
              <a:t>MACHINE</a:t>
            </a:r>
            <a:r>
              <a:rPr sz="3200" b="1" spc="-55" dirty="0">
                <a:latin typeface="Tahoma"/>
                <a:cs typeface="Tahoma"/>
              </a:rPr>
              <a:t> </a:t>
            </a:r>
            <a:r>
              <a:rPr sz="3200" b="1" spc="-275" dirty="0">
                <a:latin typeface="Tahoma"/>
                <a:cs typeface="Tahoma"/>
              </a:rPr>
              <a:t>LEARNING</a:t>
            </a:r>
            <a:endParaRPr lang="en-US" sz="3200" b="1" spc="-275" dirty="0">
              <a:latin typeface="Tahoma"/>
              <a:cs typeface="Tahoma"/>
            </a:endParaRPr>
          </a:p>
          <a:p>
            <a:pPr marL="12700" marR="5080" indent="1148715">
              <a:lnSpc>
                <a:spcPct val="151700"/>
              </a:lnSpc>
              <a:spcBef>
                <a:spcPts val="1480"/>
              </a:spcBef>
            </a:pPr>
            <a:r>
              <a:rPr lang="en-US" sz="3200" b="1" spc="-275" dirty="0">
                <a:latin typeface="Tahoma"/>
                <a:cs typeface="Tahoma"/>
              </a:rPr>
              <a:t>                   PROJECT FIRST REVIEW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233785" cy="6440805"/>
          </a:xfrm>
          <a:custGeom>
            <a:avLst/>
            <a:gdLst/>
            <a:ahLst/>
            <a:cxnLst/>
            <a:rect l="l" t="t" r="r" b="b"/>
            <a:pathLst>
              <a:path w="11233785" h="6440805">
                <a:moveTo>
                  <a:pt x="11233302" y="6440424"/>
                </a:moveTo>
                <a:lnTo>
                  <a:pt x="0" y="6440424"/>
                </a:lnTo>
                <a:lnTo>
                  <a:pt x="0" y="0"/>
                </a:lnTo>
                <a:lnTo>
                  <a:pt x="11233302" y="0"/>
                </a:lnTo>
                <a:lnTo>
                  <a:pt x="11233302" y="6440424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0739" y="984885"/>
            <a:ext cx="19888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90" dirty="0">
                <a:latin typeface="Tahoma"/>
                <a:cs typeface="Tahoma"/>
              </a:rPr>
              <a:t>AGENDA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3339" y="1927225"/>
            <a:ext cx="3960495" cy="4718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0" dirty="0">
                <a:latin typeface="Arial MT"/>
                <a:cs typeface="Arial MT"/>
              </a:rPr>
              <a:t>Abstract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0" dirty="0">
                <a:latin typeface="Arial MT"/>
                <a:cs typeface="Arial MT"/>
              </a:rPr>
              <a:t>Objective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25" dirty="0">
                <a:latin typeface="Arial MT"/>
                <a:cs typeface="Arial MT"/>
              </a:rPr>
              <a:t>Problem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Introduction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50" dirty="0">
                <a:latin typeface="Arial MT"/>
                <a:cs typeface="Arial MT"/>
              </a:rPr>
              <a:t>Literature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Review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55" dirty="0">
                <a:latin typeface="Arial MT"/>
                <a:cs typeface="Arial MT"/>
              </a:rPr>
              <a:t>Existing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55" dirty="0">
                <a:latin typeface="Arial MT"/>
                <a:cs typeface="Arial MT"/>
              </a:rPr>
              <a:t>Proposed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35" dirty="0">
                <a:latin typeface="Arial MT"/>
                <a:cs typeface="Arial MT"/>
              </a:rPr>
              <a:t>Algorithm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Methodology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240" dirty="0">
                <a:latin typeface="Arial MT"/>
                <a:cs typeface="Arial MT"/>
              </a:rPr>
              <a:t>System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Design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55" dirty="0">
                <a:latin typeface="Arial MT"/>
                <a:cs typeface="Arial MT"/>
              </a:rPr>
              <a:t>Initial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45" dirty="0">
                <a:latin typeface="Arial MT"/>
                <a:cs typeface="Arial MT"/>
              </a:rPr>
              <a:t>Implementation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25" dirty="0">
                <a:latin typeface="Arial MT"/>
                <a:cs typeface="Arial MT"/>
              </a:rPr>
              <a:t>Conclusion</a:t>
            </a: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95" dirty="0">
                <a:latin typeface="Arial MT"/>
                <a:cs typeface="Arial MT"/>
              </a:rPr>
              <a:t>References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233785" cy="6440805"/>
          </a:xfrm>
          <a:custGeom>
            <a:avLst/>
            <a:gdLst/>
            <a:ahLst/>
            <a:cxnLst/>
            <a:rect l="l" t="t" r="r" b="b"/>
            <a:pathLst>
              <a:path w="11233785" h="6440805">
                <a:moveTo>
                  <a:pt x="11233302" y="6440424"/>
                </a:moveTo>
                <a:lnTo>
                  <a:pt x="0" y="6440424"/>
                </a:lnTo>
                <a:lnTo>
                  <a:pt x="0" y="0"/>
                </a:lnTo>
                <a:lnTo>
                  <a:pt x="11233302" y="0"/>
                </a:lnTo>
                <a:lnTo>
                  <a:pt x="11233302" y="6440424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359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95"/>
              </a:spcBef>
            </a:pPr>
            <a:r>
              <a:rPr sz="4000" spc="-300" dirty="0">
                <a:latin typeface="Tahoma"/>
                <a:cs typeface="Tahoma"/>
              </a:rPr>
              <a:t>ABSTRACT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7939" y="1271904"/>
            <a:ext cx="9605010" cy="68522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604520" indent="-28638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125" dirty="0">
                <a:latin typeface="Arial MT"/>
                <a:cs typeface="Arial MT"/>
              </a:rPr>
              <a:t>Software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50" dirty="0">
                <a:latin typeface="Arial MT"/>
                <a:cs typeface="Arial MT"/>
              </a:rPr>
              <a:t>defects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reduce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reliability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75" dirty="0">
                <a:latin typeface="Arial MT"/>
                <a:cs typeface="Arial MT"/>
              </a:rPr>
              <a:t>increase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50" dirty="0">
                <a:latin typeface="Arial MT"/>
                <a:cs typeface="Arial MT"/>
              </a:rPr>
              <a:t>maintenance </a:t>
            </a:r>
            <a:r>
              <a:rPr sz="2800" spc="-10" dirty="0">
                <a:latin typeface="Arial MT"/>
                <a:cs typeface="Arial MT"/>
              </a:rPr>
              <a:t>cost.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75" dirty="0">
                <a:latin typeface="Arial MT"/>
                <a:cs typeface="Arial MT"/>
              </a:rPr>
              <a:t>Traditional</a:t>
            </a:r>
            <a:r>
              <a:rPr sz="2800" spc="-110" dirty="0">
                <a:latin typeface="Arial MT"/>
                <a:cs typeface="Arial MT"/>
              </a:rPr>
              <a:t> testing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detects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50" dirty="0">
                <a:latin typeface="Arial MT"/>
                <a:cs typeface="Arial MT"/>
              </a:rPr>
              <a:t>defects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at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later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stages.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8450" marR="556895" indent="-286385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170" dirty="0">
                <a:latin typeface="Arial MT"/>
                <a:cs typeface="Arial MT"/>
              </a:rPr>
              <a:t>Early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defect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prediction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improves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quality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testing </a:t>
            </a:r>
            <a:r>
              <a:rPr sz="2800" spc="-55" dirty="0">
                <a:latin typeface="Arial MT"/>
                <a:cs typeface="Arial MT"/>
              </a:rPr>
              <a:t>efficiency.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8450" marR="594995" indent="-286385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125" dirty="0">
                <a:latin typeface="Arial MT"/>
                <a:cs typeface="Arial MT"/>
              </a:rPr>
              <a:t>The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14" dirty="0">
                <a:latin typeface="Arial MT"/>
                <a:cs typeface="Arial MT"/>
              </a:rPr>
              <a:t>proposed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system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uses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5" dirty="0">
                <a:latin typeface="Arial MT"/>
                <a:cs typeface="Arial MT"/>
              </a:rPr>
              <a:t>cloud-</a:t>
            </a:r>
            <a:r>
              <a:rPr sz="2800" spc="-254" dirty="0">
                <a:latin typeface="Arial MT"/>
                <a:cs typeface="Arial MT"/>
              </a:rPr>
              <a:t>based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machine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learning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for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quality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analytics.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8450" marR="5080" indent="-286385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55" dirty="0">
                <a:latin typeface="Arial MT"/>
                <a:cs typeface="Arial MT"/>
              </a:rPr>
              <a:t>Historical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metrics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25" dirty="0">
                <a:latin typeface="Arial MT"/>
                <a:cs typeface="Arial MT"/>
              </a:rPr>
              <a:t>analyzed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55" dirty="0">
                <a:latin typeface="Arial MT"/>
                <a:cs typeface="Arial MT"/>
              </a:rPr>
              <a:t>to</a:t>
            </a:r>
            <a:r>
              <a:rPr sz="2800" spc="-40" dirty="0">
                <a:latin typeface="Arial MT"/>
                <a:cs typeface="Arial MT"/>
              </a:rPr>
              <a:t> predict </a:t>
            </a:r>
            <a:r>
              <a:rPr sz="2800" spc="-114" dirty="0">
                <a:latin typeface="Arial MT"/>
                <a:cs typeface="Arial MT"/>
              </a:rPr>
              <a:t>defect-</a:t>
            </a:r>
            <a:r>
              <a:rPr sz="2800" spc="-10" dirty="0">
                <a:latin typeface="Arial MT"/>
                <a:cs typeface="Arial MT"/>
              </a:rPr>
              <a:t>prone </a:t>
            </a:r>
            <a:r>
              <a:rPr sz="2800" spc="-40" dirty="0">
                <a:latin typeface="Arial MT"/>
                <a:cs typeface="Arial MT"/>
              </a:rPr>
              <a:t>modules.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8450" marR="102235" indent="-286385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125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system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5" dirty="0">
                <a:latin typeface="Arial MT"/>
                <a:cs typeface="Arial MT"/>
              </a:rPr>
              <a:t>supports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risk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250" dirty="0">
                <a:latin typeface="Arial MT"/>
                <a:cs typeface="Arial MT"/>
              </a:rPr>
              <a:t>assessment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quality-</a:t>
            </a:r>
            <a:r>
              <a:rPr sz="2800" spc="-254" dirty="0">
                <a:latin typeface="Arial MT"/>
                <a:cs typeface="Arial MT"/>
              </a:rPr>
              <a:t>based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decision </a:t>
            </a:r>
            <a:r>
              <a:rPr sz="2800" spc="-60" dirty="0">
                <a:latin typeface="Arial MT"/>
                <a:cs typeface="Arial MT"/>
              </a:rPr>
              <a:t>making.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97000"/>
            <a:ext cx="10420985" cy="7061200"/>
          </a:xfrm>
          <a:custGeom>
            <a:avLst/>
            <a:gdLst/>
            <a:ahLst/>
            <a:cxnLst/>
            <a:rect l="l" t="t" r="r" b="b"/>
            <a:pathLst>
              <a:path w="10420985" h="7061200">
                <a:moveTo>
                  <a:pt x="10420985" y="7061200"/>
                </a:moveTo>
                <a:lnTo>
                  <a:pt x="0" y="7061200"/>
                </a:lnTo>
                <a:lnTo>
                  <a:pt x="0" y="0"/>
                </a:lnTo>
                <a:lnTo>
                  <a:pt x="10420985" y="0"/>
                </a:lnTo>
                <a:lnTo>
                  <a:pt x="10420985" y="70612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sz="4000" spc="-295" dirty="0">
                <a:solidFill>
                  <a:srgbClr val="1F1E1E"/>
                </a:solidFill>
                <a:latin typeface="Tahoma"/>
                <a:cs typeface="Tahoma"/>
              </a:rPr>
              <a:t>OBJECTIVES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755" y="1534160"/>
            <a:ext cx="10363835" cy="6590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design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375" dirty="0">
                <a:latin typeface="Arial MT"/>
                <a:cs typeface="Arial MT"/>
              </a:rPr>
              <a:t>a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05" dirty="0">
                <a:latin typeface="Arial MT"/>
                <a:cs typeface="Arial MT"/>
              </a:rPr>
              <a:t>cloud-</a:t>
            </a:r>
            <a:r>
              <a:rPr sz="2800" spc="-254" dirty="0">
                <a:latin typeface="Arial MT"/>
                <a:cs typeface="Arial MT"/>
              </a:rPr>
              <a:t>based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machine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learning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system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quality </a:t>
            </a:r>
            <a:r>
              <a:rPr sz="2800" spc="-75" dirty="0">
                <a:latin typeface="Arial MT"/>
                <a:cs typeface="Arial MT"/>
              </a:rPr>
              <a:t>analytics.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analyze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historical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metrics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defect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5600" marR="506095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predict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14" dirty="0">
                <a:latin typeface="Arial MT"/>
                <a:cs typeface="Arial MT"/>
              </a:rPr>
              <a:t>defect-</a:t>
            </a:r>
            <a:r>
              <a:rPr sz="2800" spc="-65" dirty="0">
                <a:latin typeface="Arial MT"/>
                <a:cs typeface="Arial MT"/>
              </a:rPr>
              <a:t>prone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55" dirty="0">
                <a:latin typeface="Arial MT"/>
                <a:cs typeface="Arial MT"/>
              </a:rPr>
              <a:t>modules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using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machine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learning </a:t>
            </a:r>
            <a:r>
              <a:rPr sz="2800" spc="-70" dirty="0">
                <a:latin typeface="Arial MT"/>
                <a:cs typeface="Arial MT"/>
              </a:rPr>
              <a:t>techniques.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5600" marR="121031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classify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55" dirty="0">
                <a:latin typeface="Arial MT"/>
                <a:cs typeface="Arial MT"/>
              </a:rPr>
              <a:t>modules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into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high,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155" dirty="0">
                <a:latin typeface="Arial MT"/>
                <a:cs typeface="Arial MT"/>
              </a:rPr>
              <a:t>medium,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low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risk </a:t>
            </a:r>
            <a:r>
              <a:rPr sz="2800" spc="-65" dirty="0">
                <a:latin typeface="Arial MT"/>
                <a:cs typeface="Arial MT"/>
              </a:rPr>
              <a:t>categories.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5600" marR="7747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support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better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testing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prioritization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quality-</a:t>
            </a:r>
            <a:r>
              <a:rPr sz="2800" spc="-45" dirty="0">
                <a:latin typeface="Arial MT"/>
                <a:cs typeface="Arial MT"/>
              </a:rPr>
              <a:t>oriented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decision </a:t>
            </a:r>
            <a:r>
              <a:rPr sz="2800" spc="-60" dirty="0">
                <a:latin typeface="Arial MT"/>
                <a:cs typeface="Arial MT"/>
              </a:rPr>
              <a:t>making.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improve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overall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reliability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reduce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maintenance</a:t>
            </a:r>
            <a:r>
              <a:rPr sz="2800" spc="-10" dirty="0">
                <a:latin typeface="Arial MT"/>
                <a:cs typeface="Arial MT"/>
              </a:rPr>
              <a:t> cost.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8458200">
                <a:moveTo>
                  <a:pt x="11430000" y="8458200"/>
                </a:moveTo>
                <a:lnTo>
                  <a:pt x="0" y="84582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84582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95"/>
              </a:spcBef>
            </a:pPr>
            <a:r>
              <a:rPr sz="4000" spc="-300" dirty="0">
                <a:solidFill>
                  <a:srgbClr val="1F1E1E"/>
                </a:solidFill>
                <a:latin typeface="Tahoma"/>
                <a:cs typeface="Tahoma"/>
              </a:rPr>
              <a:t>PROBLEM</a:t>
            </a:r>
            <a:r>
              <a:rPr sz="4000" spc="-39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4000" spc="-305" dirty="0">
                <a:solidFill>
                  <a:srgbClr val="1F1E1E"/>
                </a:solidFill>
                <a:latin typeface="Tahoma"/>
                <a:cs typeface="Tahoma"/>
              </a:rPr>
              <a:t>INTRODUCTION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140" y="1418590"/>
            <a:ext cx="10071735" cy="660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839469" indent="-4572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spc="-70" dirty="0">
                <a:latin typeface="Arial MT"/>
                <a:cs typeface="Arial MT"/>
              </a:rPr>
              <a:t>Modern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systems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becoming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large,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complex,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difficult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30" dirty="0">
                <a:latin typeface="Arial MT"/>
                <a:cs typeface="Arial MT"/>
              </a:rPr>
              <a:t>to </a:t>
            </a:r>
            <a:r>
              <a:rPr sz="2400" spc="-240" dirty="0">
                <a:latin typeface="Arial MT"/>
                <a:cs typeface="Arial MT"/>
              </a:rPr>
              <a:t>manage,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which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makes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quality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assurance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challenging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task.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5334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105" dirty="0">
                <a:latin typeface="Arial MT"/>
                <a:cs typeface="Arial MT"/>
              </a:rPr>
              <a:t>Software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defects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can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lead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failures,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increased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maintenance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cost,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poor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user</a:t>
            </a:r>
            <a:r>
              <a:rPr sz="2400" spc="-25" dirty="0">
                <a:latin typeface="Arial MT"/>
                <a:cs typeface="Arial MT"/>
              </a:rPr>
              <a:t> experience.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13081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60" dirty="0">
                <a:latin typeface="Arial MT"/>
                <a:cs typeface="Arial MT"/>
              </a:rPr>
              <a:t>Traditional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methods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usually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detect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defects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only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after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development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40" dirty="0">
                <a:latin typeface="Arial MT"/>
                <a:cs typeface="Arial MT"/>
              </a:rPr>
              <a:t>or </a:t>
            </a:r>
            <a:r>
              <a:rPr sz="2400" spc="-110" dirty="0">
                <a:latin typeface="Arial MT"/>
                <a:cs typeface="Arial MT"/>
              </a:rPr>
              <a:t>deployment,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which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increases</a:t>
            </a:r>
            <a:r>
              <a:rPr sz="2400" dirty="0">
                <a:latin typeface="Arial MT"/>
                <a:cs typeface="Arial MT"/>
              </a:rPr>
              <a:t> rework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18796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55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world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projects,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modules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same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priority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practical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due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time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resource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limitations.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70231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80" dirty="0">
                <a:latin typeface="Arial MT"/>
                <a:cs typeface="Arial MT"/>
              </a:rPr>
              <a:t>Although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historical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data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available,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it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effectively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used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30" dirty="0">
                <a:latin typeface="Arial MT"/>
                <a:cs typeface="Arial MT"/>
              </a:rPr>
              <a:t>to </a:t>
            </a:r>
            <a:r>
              <a:rPr sz="2400" spc="-40" dirty="0">
                <a:latin typeface="Arial MT"/>
                <a:cs typeface="Arial MT"/>
              </a:rPr>
              <a:t>predict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defect-</a:t>
            </a:r>
            <a:r>
              <a:rPr sz="2400" spc="-60" dirty="0">
                <a:latin typeface="Arial MT"/>
                <a:cs typeface="Arial MT"/>
              </a:rPr>
              <a:t>prone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modules.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70" dirty="0">
                <a:latin typeface="Arial MT"/>
                <a:cs typeface="Arial MT"/>
              </a:rPr>
              <a:t>Therefore,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there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need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235" dirty="0">
                <a:latin typeface="Arial MT"/>
                <a:cs typeface="Arial MT"/>
              </a:rPr>
              <a:t>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intelligent,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machine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learning-</a:t>
            </a:r>
            <a:r>
              <a:rPr sz="2400" spc="-225" dirty="0">
                <a:latin typeface="Arial MT"/>
                <a:cs typeface="Arial MT"/>
              </a:rPr>
              <a:t>based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 </a:t>
            </a:r>
            <a:r>
              <a:rPr sz="2400" spc="-20" dirty="0">
                <a:latin typeface="Arial MT"/>
                <a:cs typeface="Arial MT"/>
              </a:rPr>
              <a:t>that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can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analyze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past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data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predict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risky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modules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early,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helping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quality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"/>
            <a:ext cx="11430000" cy="8420100"/>
          </a:xfrm>
          <a:custGeom>
            <a:avLst/>
            <a:gdLst/>
            <a:ahLst/>
            <a:cxnLst/>
            <a:rect l="l" t="t" r="r" b="b"/>
            <a:pathLst>
              <a:path w="11430000" h="8420100">
                <a:moveTo>
                  <a:pt x="11430000" y="0"/>
                </a:moveTo>
                <a:lnTo>
                  <a:pt x="0" y="0"/>
                </a:lnTo>
                <a:lnTo>
                  <a:pt x="0" y="8420100"/>
                </a:lnTo>
                <a:lnTo>
                  <a:pt x="11430000" y="8420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4840" y="859790"/>
            <a:ext cx="4476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>
                <a:solidFill>
                  <a:srgbClr val="1F1E1E"/>
                </a:solidFill>
                <a:latin typeface="Tahoma"/>
                <a:cs typeface="Tahoma"/>
              </a:rPr>
              <a:t>LITERATURE</a:t>
            </a:r>
            <a:r>
              <a:rPr spc="-6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pc="-220" dirty="0">
                <a:solidFill>
                  <a:srgbClr val="1F1E1E"/>
                </a:solidFill>
                <a:latin typeface="Tahoma"/>
                <a:cs typeface="Tahoma"/>
              </a:rPr>
              <a:t>REVIEW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97889" y="1784350"/>
          <a:ext cx="9977120" cy="5864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Author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Year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135" dirty="0">
                          <a:latin typeface="Arial MT"/>
                          <a:cs typeface="Arial MT"/>
                        </a:rPr>
                        <a:t>Technique</a:t>
                      </a:r>
                      <a:r>
                        <a:rPr sz="24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Used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886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135" dirty="0"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/ </a:t>
                      </a:r>
                      <a:r>
                        <a:rPr sz="2400" spc="-125" dirty="0">
                          <a:latin typeface="Arial MT"/>
                          <a:cs typeface="Arial MT"/>
                        </a:rPr>
                        <a:t>Performance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Limitation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85">
                <a:tc>
                  <a:txBody>
                    <a:bodyPr/>
                    <a:lstStyle/>
                    <a:p>
                      <a:pPr marL="91440" marR="6013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4" dirty="0">
                          <a:latin typeface="Arial MT"/>
                          <a:cs typeface="Arial MT"/>
                        </a:rPr>
                        <a:t>Base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5" dirty="0">
                          <a:latin typeface="Arial MT"/>
                          <a:cs typeface="Arial MT"/>
                        </a:rPr>
                        <a:t>Paper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—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40" dirty="0">
                          <a:latin typeface="Arial MT"/>
                          <a:cs typeface="Arial MT"/>
                        </a:rPr>
                        <a:t>IEEE </a:t>
                      </a:r>
                      <a:r>
                        <a:rPr sz="1800" spc="-14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2025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717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45" dirty="0">
                          <a:latin typeface="Arial MT"/>
                          <a:cs typeface="Arial MT"/>
                        </a:rPr>
                        <a:t>Autoencoder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80" dirty="0">
                          <a:latin typeface="Arial MT"/>
                          <a:cs typeface="Arial MT"/>
                        </a:rPr>
                        <a:t>MLP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+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XAI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699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65" dirty="0">
                          <a:latin typeface="Arial MT"/>
                          <a:cs typeface="Arial MT"/>
                        </a:rPr>
                        <a:t>Improved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prediction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performance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626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quality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5" dirty="0">
                          <a:latin typeface="Arial MT"/>
                          <a:cs typeface="Arial MT"/>
                        </a:rPr>
                        <a:t>analytics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platform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005">
                <a:tc>
                  <a:txBody>
                    <a:bodyPr/>
                    <a:lstStyle/>
                    <a:p>
                      <a:pPr marL="91440" marR="4572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Ali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et </a:t>
                      </a:r>
                      <a:r>
                        <a:rPr sz="1800" spc="-185" dirty="0">
                          <a:latin typeface="Arial MT"/>
                          <a:cs typeface="Arial MT"/>
                        </a:rPr>
                        <a:t>al.,IEEE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5" dirty="0">
                          <a:latin typeface="Arial MT"/>
                          <a:cs typeface="Arial MT"/>
                        </a:rPr>
                        <a:t>Access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2024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758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0" dirty="0">
                          <a:latin typeface="Arial MT"/>
                          <a:cs typeface="Arial MT"/>
                        </a:rPr>
                        <a:t>Ensemble</a:t>
                      </a:r>
                      <a:r>
                        <a:rPr sz="1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ML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65" dirty="0">
                          <a:latin typeface="Arial MT"/>
                          <a:cs typeface="Arial MT"/>
                        </a:rPr>
                        <a:t>(RF,</a:t>
                      </a:r>
                      <a:r>
                        <a:rPr sz="1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65" dirty="0">
                          <a:latin typeface="Arial MT"/>
                          <a:cs typeface="Arial MT"/>
                        </a:rPr>
                        <a:t>SVM, 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NB,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ANN)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1338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6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accuracy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than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single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models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52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prediction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model,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full</a:t>
                      </a:r>
                      <a:r>
                        <a:rPr sz="1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system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marL="91440" marR="7035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30" dirty="0">
                          <a:latin typeface="Arial MT"/>
                          <a:cs typeface="Arial MT"/>
                        </a:rPr>
                        <a:t>Siddika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et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al.,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35" dirty="0">
                          <a:latin typeface="Arial MT"/>
                          <a:cs typeface="Arial MT"/>
                        </a:rPr>
                        <a:t>IEEE </a:t>
                      </a:r>
                      <a:r>
                        <a:rPr sz="1800" spc="-14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2023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20" dirty="0">
                          <a:latin typeface="Arial MT"/>
                          <a:cs typeface="Arial MT"/>
                        </a:rPr>
                        <a:t>Explainable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ML</a:t>
                      </a:r>
                      <a:r>
                        <a:rPr sz="1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(XAI)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Good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accuracy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interpretability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70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6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0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computation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4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30" dirty="0">
                          <a:latin typeface="Arial MT"/>
                          <a:cs typeface="Arial MT"/>
                        </a:rPr>
                        <a:t>Zhang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et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al.,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2022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80" dirty="0">
                          <a:latin typeface="Arial MT"/>
                          <a:cs typeface="Arial MT"/>
                        </a:rPr>
                        <a:t>Deep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Learning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762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Better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 feature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learning </a:t>
                      </a:r>
                      <a:r>
                        <a:rPr sz="1800" spc="-14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accuracy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17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95" dirty="0">
                          <a:latin typeface="Arial MT"/>
                          <a:cs typeface="Arial MT"/>
                        </a:rPr>
                        <a:t>Needs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5" dirty="0">
                          <a:latin typeface="Arial MT"/>
                          <a:cs typeface="Arial MT"/>
                        </a:rPr>
                        <a:t>large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5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spc="-11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training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time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8458200">
                <a:moveTo>
                  <a:pt x="11430000" y="8458200"/>
                </a:moveTo>
                <a:lnTo>
                  <a:pt x="0" y="84582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84582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7200" y="173990"/>
            <a:ext cx="39484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>
                <a:solidFill>
                  <a:srgbClr val="1F1E1E"/>
                </a:solidFill>
                <a:latin typeface="Tahoma"/>
                <a:cs typeface="Tahoma"/>
              </a:rPr>
              <a:t>EXISTING</a:t>
            </a:r>
            <a:r>
              <a:rPr spc="-6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pc="-140" dirty="0">
                <a:solidFill>
                  <a:srgbClr val="1F1E1E"/>
                </a:solidFill>
                <a:latin typeface="Tahoma"/>
                <a:cs typeface="Tahoma"/>
              </a:rPr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688974"/>
            <a:ext cx="10475595" cy="718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02969" indent="-342900">
              <a:lnSpc>
                <a:spcPct val="1359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60" dirty="0">
                <a:latin typeface="Arial MT"/>
                <a:cs typeface="Arial MT"/>
              </a:rPr>
              <a:t>Traditional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defect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detection </a:t>
            </a:r>
            <a:r>
              <a:rPr sz="2400" spc="-90" dirty="0">
                <a:latin typeface="Arial MT"/>
                <a:cs typeface="Arial MT"/>
              </a:rPr>
              <a:t>relies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40" dirty="0">
                <a:latin typeface="Arial MT"/>
                <a:cs typeface="Arial MT"/>
              </a:rPr>
              <a:t>mainly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manual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rule-</a:t>
            </a:r>
            <a:r>
              <a:rPr sz="2400" spc="-100" dirty="0">
                <a:latin typeface="Arial MT"/>
                <a:cs typeface="Arial MT"/>
              </a:rPr>
              <a:t>based </a:t>
            </a:r>
            <a:r>
              <a:rPr sz="2400" spc="-70" dirty="0">
                <a:latin typeface="Arial MT"/>
                <a:cs typeface="Arial MT"/>
              </a:rPr>
              <a:t>approaches.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195" dirty="0">
                <a:latin typeface="Arial MT"/>
                <a:cs typeface="Arial MT"/>
              </a:rPr>
              <a:t>Many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ML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approaches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focus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only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prediction </a:t>
            </a:r>
            <a:r>
              <a:rPr sz="2400" spc="-135" dirty="0">
                <a:latin typeface="Arial MT"/>
                <a:cs typeface="Arial MT"/>
              </a:rPr>
              <a:t>models,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complete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55" dirty="0">
                <a:latin typeface="Arial MT"/>
                <a:cs typeface="Arial MT"/>
              </a:rPr>
              <a:t>Most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systems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use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raw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metrics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advanced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feature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learning.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75" dirty="0">
                <a:latin typeface="Arial MT"/>
                <a:cs typeface="Arial MT"/>
              </a:rPr>
              <a:t>Limited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65" dirty="0">
                <a:latin typeface="Arial MT"/>
                <a:cs typeface="Arial MT"/>
              </a:rPr>
              <a:t>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explainability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provided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predictions.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100" dirty="0">
                <a:latin typeface="Arial MT"/>
                <a:cs typeface="Arial MT"/>
              </a:rPr>
              <a:t>Defects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are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detected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late,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increasing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cost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rework.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70" dirty="0">
                <a:latin typeface="Arial MT"/>
                <a:cs typeface="Arial MT"/>
              </a:rPr>
              <a:t>There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integrated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analytics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dashboard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risk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analysis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decision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140" dirty="0">
                <a:latin typeface="Arial MT"/>
                <a:cs typeface="Arial MT"/>
              </a:rPr>
              <a:t>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result,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maintenance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need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high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time,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cost,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effort.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8458200">
                <a:moveTo>
                  <a:pt x="11430000" y="8458200"/>
                </a:moveTo>
                <a:lnTo>
                  <a:pt x="0" y="84582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84582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800" y="190500"/>
            <a:ext cx="4288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>
                <a:solidFill>
                  <a:srgbClr val="1F1E1E"/>
                </a:solidFill>
                <a:latin typeface="Tahoma"/>
                <a:cs typeface="Tahoma"/>
              </a:rPr>
              <a:t>PROPOSED</a:t>
            </a:r>
            <a:r>
              <a:rPr spc="-3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pc="-105" dirty="0">
                <a:solidFill>
                  <a:srgbClr val="1F1E1E"/>
                </a:solidFill>
                <a:latin typeface="Tahoma"/>
                <a:cs typeface="Tahoma"/>
              </a:rPr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1000" y="940434"/>
            <a:ext cx="10596880" cy="719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6385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105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proposed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cloud-</a:t>
            </a:r>
            <a:r>
              <a:rPr sz="2400" spc="-225" dirty="0">
                <a:latin typeface="Arial MT"/>
                <a:cs typeface="Arial MT"/>
              </a:rPr>
              <a:t>based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quality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analytics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platform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375" dirty="0">
                <a:latin typeface="Arial MT"/>
                <a:cs typeface="Arial MT"/>
              </a:rPr>
              <a:t>a </a:t>
            </a:r>
            <a:r>
              <a:rPr sz="2400" spc="-140" dirty="0">
                <a:latin typeface="Arial MT"/>
                <a:cs typeface="Arial MT"/>
              </a:rPr>
              <a:t>simple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user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interface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dashboard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defect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risk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analysis.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marR="10668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provides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end-</a:t>
            </a:r>
            <a:r>
              <a:rPr sz="2400" dirty="0">
                <a:latin typeface="Arial MT"/>
                <a:cs typeface="Arial MT"/>
              </a:rPr>
              <a:t>to-</a:t>
            </a:r>
            <a:r>
              <a:rPr sz="2400" spc="-155" dirty="0">
                <a:latin typeface="Arial MT"/>
                <a:cs typeface="Arial MT"/>
              </a:rPr>
              <a:t>end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workflow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where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users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can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upload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metrics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spc="-120" dirty="0">
                <a:latin typeface="Arial MT"/>
                <a:cs typeface="Arial MT"/>
              </a:rPr>
              <a:t>get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visual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risk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reports.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marR="257175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10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backend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uses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feature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engineering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deep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learning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models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(Autoencoder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+ </a:t>
            </a:r>
            <a:r>
              <a:rPr sz="2400" spc="-185" dirty="0">
                <a:latin typeface="Arial MT"/>
                <a:cs typeface="Arial MT"/>
              </a:rPr>
              <a:t>MLP)</a:t>
            </a:r>
            <a:r>
              <a:rPr sz="2400" dirty="0">
                <a:latin typeface="Arial MT"/>
                <a:cs typeface="Arial MT"/>
              </a:rPr>
              <a:t> for </a:t>
            </a:r>
            <a:r>
              <a:rPr sz="2400" spc="-130" dirty="0">
                <a:latin typeface="Arial MT"/>
                <a:cs typeface="Arial MT"/>
              </a:rPr>
              <a:t>accurate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defect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prediction.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165" dirty="0">
                <a:latin typeface="Arial MT"/>
                <a:cs typeface="Arial MT"/>
              </a:rPr>
              <a:t>Explainable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(SHAP)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integrated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show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which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metrics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influenced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prediction.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marR="2515870" indent="-342265">
              <a:lnSpc>
                <a:spcPct val="100000"/>
              </a:lnSpc>
              <a:buFont typeface="Wingdings"/>
              <a:buChar char=""/>
              <a:tabLst>
                <a:tab pos="440055" algn="l"/>
              </a:tabLst>
            </a:pPr>
            <a:r>
              <a:rPr sz="2400" spc="-105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presents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results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visual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10" dirty="0">
                <a:latin typeface="Arial MT"/>
                <a:cs typeface="Arial MT"/>
              </a:rPr>
              <a:t>easy-</a:t>
            </a:r>
            <a:r>
              <a:rPr sz="2400" dirty="0">
                <a:latin typeface="Arial MT"/>
                <a:cs typeface="Arial MT"/>
              </a:rPr>
              <a:t>to-</a:t>
            </a:r>
            <a:r>
              <a:rPr sz="2400" spc="-75" dirty="0">
                <a:latin typeface="Arial MT"/>
                <a:cs typeface="Arial MT"/>
              </a:rPr>
              <a:t>understand 	</a:t>
            </a:r>
            <a:r>
              <a:rPr sz="2400" spc="-30" dirty="0">
                <a:latin typeface="Arial MT"/>
                <a:cs typeface="Arial MT"/>
              </a:rPr>
              <a:t>format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support:</a:t>
            </a:r>
            <a:endParaRPr sz="2400">
              <a:latin typeface="Arial MT"/>
              <a:cs typeface="Arial MT"/>
            </a:endParaRPr>
          </a:p>
          <a:p>
            <a:pPr marL="2715260" marR="5471795">
              <a:lnSpc>
                <a:spcPct val="104700"/>
              </a:lnSpc>
            </a:pPr>
            <a:r>
              <a:rPr sz="2400" spc="-75" dirty="0">
                <a:latin typeface="Arial MT"/>
                <a:cs typeface="Arial MT"/>
              </a:rPr>
              <a:t>Test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prioritization </a:t>
            </a:r>
            <a:r>
              <a:rPr sz="2400" spc="-150" dirty="0">
                <a:latin typeface="Arial MT"/>
                <a:cs typeface="Arial MT"/>
              </a:rPr>
              <a:t>Risk-</a:t>
            </a:r>
            <a:r>
              <a:rPr sz="2400" spc="-225" dirty="0">
                <a:latin typeface="Arial MT"/>
                <a:cs typeface="Arial MT"/>
              </a:rPr>
              <a:t>based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planning</a:t>
            </a:r>
            <a:endParaRPr sz="2400">
              <a:latin typeface="Arial MT"/>
              <a:cs typeface="Arial MT"/>
            </a:endParaRPr>
          </a:p>
          <a:p>
            <a:pPr marL="2715260">
              <a:lnSpc>
                <a:spcPct val="100000"/>
              </a:lnSpc>
              <a:spcBef>
                <a:spcPts val="135"/>
              </a:spcBef>
            </a:pPr>
            <a:r>
              <a:rPr sz="2400" spc="-25" dirty="0">
                <a:latin typeface="Arial MT"/>
                <a:cs typeface="Arial MT"/>
              </a:rPr>
              <a:t>Better</a:t>
            </a:r>
            <a:r>
              <a:rPr sz="2400" spc="-90" dirty="0">
                <a:latin typeface="Arial MT"/>
                <a:cs typeface="Arial MT"/>
              </a:rPr>
              <a:t> quality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decisions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105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converts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research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model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practical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usable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253365"/>
            <a:ext cx="701294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0" dirty="0">
                <a:solidFill>
                  <a:srgbClr val="1F1E1E"/>
                </a:solidFill>
                <a:latin typeface="Tahoma"/>
                <a:cs typeface="Tahoma"/>
              </a:rPr>
              <a:t>ALGORITHM</a:t>
            </a:r>
            <a:r>
              <a:rPr sz="4000" spc="-37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4000" spc="-30" dirty="0">
                <a:solidFill>
                  <a:srgbClr val="1F1E1E"/>
                </a:solidFill>
                <a:latin typeface="Tahoma"/>
                <a:cs typeface="Tahoma"/>
              </a:rPr>
              <a:t>/</a:t>
            </a:r>
            <a:r>
              <a:rPr sz="4000" spc="-67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4000" spc="-280" dirty="0">
                <a:solidFill>
                  <a:srgbClr val="1F1E1E"/>
                </a:solidFill>
                <a:latin typeface="Tahoma"/>
                <a:cs typeface="Tahoma"/>
              </a:rPr>
              <a:t>METHODOLOGY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119504"/>
            <a:ext cx="9366885" cy="5572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265" algn="l"/>
              </a:tabLst>
            </a:pPr>
            <a:r>
              <a:rPr sz="2800" spc="-70" dirty="0">
                <a:latin typeface="Arial MT"/>
                <a:cs typeface="Arial MT"/>
              </a:rPr>
              <a:t>Autoencoder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25" dirty="0">
                <a:latin typeface="Arial MT"/>
                <a:cs typeface="Arial MT"/>
              </a:rPr>
              <a:t>used</a:t>
            </a:r>
            <a:r>
              <a:rPr sz="2800" dirty="0">
                <a:latin typeface="Arial MT"/>
                <a:cs typeface="Arial MT"/>
              </a:rPr>
              <a:t> for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feature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learning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metrics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275" dirty="0">
                <a:latin typeface="Arial MT"/>
                <a:cs typeface="Arial MT"/>
              </a:rPr>
              <a:t>MLP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225" dirty="0">
                <a:latin typeface="Arial MT"/>
                <a:cs typeface="Arial MT"/>
              </a:rPr>
              <a:t>used</a:t>
            </a:r>
            <a:r>
              <a:rPr sz="2800" dirty="0">
                <a:latin typeface="Arial MT"/>
                <a:cs typeface="Arial MT"/>
              </a:rPr>
              <a:t> for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defect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prediction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30" dirty="0">
                <a:latin typeface="Arial MT"/>
                <a:cs typeface="Arial MT"/>
              </a:rPr>
              <a:t>Dataset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collected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210" dirty="0">
                <a:latin typeface="Arial MT"/>
                <a:cs typeface="Arial MT"/>
              </a:rPr>
              <a:t>PROMISE/NASA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repositories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25" dirty="0">
                <a:latin typeface="Arial MT"/>
                <a:cs typeface="Arial MT"/>
              </a:rPr>
              <a:t>Data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50" dirty="0">
                <a:latin typeface="Arial MT"/>
                <a:cs typeface="Arial MT"/>
              </a:rPr>
              <a:t>preprocessing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feature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engineering</a:t>
            </a:r>
            <a:r>
              <a:rPr sz="2800" spc="-10" dirty="0">
                <a:latin typeface="Arial MT"/>
                <a:cs typeface="Arial MT"/>
              </a:rPr>
              <a:t> performed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00" dirty="0">
                <a:latin typeface="Arial MT"/>
                <a:cs typeface="Arial MT"/>
              </a:rPr>
              <a:t>Model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trained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55" dirty="0">
                <a:latin typeface="Arial MT"/>
                <a:cs typeface="Arial MT"/>
              </a:rPr>
              <a:t>to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classify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defective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non-</a:t>
            </a:r>
            <a:r>
              <a:rPr sz="2800" spc="-125" dirty="0">
                <a:latin typeface="Arial MT"/>
                <a:cs typeface="Arial MT"/>
              </a:rPr>
              <a:t>defective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modules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95" dirty="0">
                <a:latin typeface="Arial MT"/>
                <a:cs typeface="Arial MT"/>
              </a:rPr>
              <a:t>Risk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65" dirty="0">
                <a:latin typeface="Arial MT"/>
                <a:cs typeface="Arial MT"/>
              </a:rPr>
              <a:t>levels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assigned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254" dirty="0">
                <a:latin typeface="Arial MT"/>
                <a:cs typeface="Arial MT"/>
              </a:rPr>
              <a:t>based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on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prediction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results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45" dirty="0">
                <a:latin typeface="Arial MT"/>
                <a:cs typeface="Arial MT"/>
              </a:rPr>
              <a:t>Performance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180" dirty="0">
                <a:latin typeface="Arial MT"/>
                <a:cs typeface="Arial MT"/>
              </a:rPr>
              <a:t>evaluated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using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accuracy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prediction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metrics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157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95"/>
              </a:spcBef>
            </a:pPr>
            <a:r>
              <a:rPr sz="4000" spc="-250" dirty="0">
                <a:solidFill>
                  <a:srgbClr val="1F1E1E"/>
                </a:solidFill>
                <a:latin typeface="Tahoma"/>
                <a:cs typeface="Tahoma"/>
              </a:rPr>
              <a:t>SYSTEM</a:t>
            </a:r>
            <a:r>
              <a:rPr sz="4000" spc="-34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4000" spc="-290" dirty="0">
                <a:solidFill>
                  <a:srgbClr val="1F1E1E"/>
                </a:solidFill>
                <a:latin typeface="Tahoma"/>
                <a:cs typeface="Tahoma"/>
              </a:rPr>
              <a:t>DESIGN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8300" y="2267902"/>
            <a:ext cx="2051685" cy="1447800"/>
            <a:chOff x="368300" y="2267902"/>
            <a:chExt cx="2051685" cy="1447800"/>
          </a:xfrm>
        </p:grpSpPr>
        <p:sp>
          <p:nvSpPr>
            <p:cNvPr id="4" name="object 4"/>
            <p:cNvSpPr/>
            <p:nvPr/>
          </p:nvSpPr>
          <p:spPr>
            <a:xfrm>
              <a:off x="381000" y="2279903"/>
              <a:ext cx="2026920" cy="1431290"/>
            </a:xfrm>
            <a:custGeom>
              <a:avLst/>
              <a:gdLst/>
              <a:ahLst/>
              <a:cxnLst/>
              <a:rect l="l" t="t" r="r" b="b"/>
              <a:pathLst>
                <a:path w="2026920" h="1431289">
                  <a:moveTo>
                    <a:pt x="1883664" y="1431036"/>
                  </a:moveTo>
                  <a:lnTo>
                    <a:pt x="143256" y="1431036"/>
                  </a:lnTo>
                  <a:lnTo>
                    <a:pt x="97945" y="1423892"/>
                  </a:lnTo>
                  <a:lnTo>
                    <a:pt x="58616" y="1403647"/>
                  </a:lnTo>
                  <a:lnTo>
                    <a:pt x="27617" y="1372647"/>
                  </a:lnTo>
                  <a:lnTo>
                    <a:pt x="7295" y="1333242"/>
                  </a:lnTo>
                  <a:lnTo>
                    <a:pt x="0" y="1287780"/>
                  </a:lnTo>
                  <a:lnTo>
                    <a:pt x="0" y="143256"/>
                  </a:lnTo>
                  <a:lnTo>
                    <a:pt x="7295" y="98280"/>
                  </a:lnTo>
                  <a:lnTo>
                    <a:pt x="27617" y="59119"/>
                  </a:lnTo>
                  <a:lnTo>
                    <a:pt x="58616" y="28120"/>
                  </a:lnTo>
                  <a:lnTo>
                    <a:pt x="97945" y="7630"/>
                  </a:lnTo>
                  <a:lnTo>
                    <a:pt x="143256" y="0"/>
                  </a:lnTo>
                  <a:lnTo>
                    <a:pt x="1883664" y="0"/>
                  </a:lnTo>
                  <a:lnTo>
                    <a:pt x="1928662" y="7630"/>
                  </a:lnTo>
                  <a:lnTo>
                    <a:pt x="1967833" y="28120"/>
                  </a:lnTo>
                  <a:lnTo>
                    <a:pt x="1998830" y="59119"/>
                  </a:lnTo>
                  <a:lnTo>
                    <a:pt x="2019308" y="98280"/>
                  </a:lnTo>
                  <a:lnTo>
                    <a:pt x="2026920" y="143256"/>
                  </a:lnTo>
                  <a:lnTo>
                    <a:pt x="2026920" y="1287780"/>
                  </a:lnTo>
                  <a:lnTo>
                    <a:pt x="2019308" y="1333242"/>
                  </a:lnTo>
                  <a:lnTo>
                    <a:pt x="1998830" y="1372647"/>
                  </a:lnTo>
                  <a:lnTo>
                    <a:pt x="1967833" y="1403647"/>
                  </a:lnTo>
                  <a:lnTo>
                    <a:pt x="1928662" y="1423892"/>
                  </a:lnTo>
                  <a:lnTo>
                    <a:pt x="1883664" y="14310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8300" y="2267902"/>
              <a:ext cx="2051685" cy="1447800"/>
            </a:xfrm>
            <a:custGeom>
              <a:avLst/>
              <a:gdLst/>
              <a:ahLst/>
              <a:cxnLst/>
              <a:rect l="l" t="t" r="r" b="b"/>
              <a:pathLst>
                <a:path w="2051685" h="1447800">
                  <a:moveTo>
                    <a:pt x="1963712" y="12700"/>
                  </a:moveTo>
                  <a:lnTo>
                    <a:pt x="87947" y="12700"/>
                  </a:lnTo>
                  <a:lnTo>
                    <a:pt x="94843" y="0"/>
                  </a:lnTo>
                  <a:lnTo>
                    <a:pt x="1956816" y="0"/>
                  </a:lnTo>
                  <a:lnTo>
                    <a:pt x="1963712" y="12700"/>
                  </a:lnTo>
                  <a:close/>
                </a:path>
                <a:path w="2051685" h="1447800">
                  <a:moveTo>
                    <a:pt x="1982736" y="25400"/>
                  </a:moveTo>
                  <a:lnTo>
                    <a:pt x="68922" y="25400"/>
                  </a:lnTo>
                  <a:lnTo>
                    <a:pt x="75247" y="12700"/>
                  </a:lnTo>
                  <a:lnTo>
                    <a:pt x="1976412" y="12700"/>
                  </a:lnTo>
                  <a:lnTo>
                    <a:pt x="1982736" y="25400"/>
                  </a:lnTo>
                  <a:close/>
                </a:path>
                <a:path w="2051685" h="1447800">
                  <a:moveTo>
                    <a:pt x="98971" y="38100"/>
                  </a:moveTo>
                  <a:lnTo>
                    <a:pt x="51257" y="38100"/>
                  </a:lnTo>
                  <a:lnTo>
                    <a:pt x="56921" y="25400"/>
                  </a:lnTo>
                  <a:lnTo>
                    <a:pt x="105308" y="25400"/>
                  </a:lnTo>
                  <a:lnTo>
                    <a:pt x="98971" y="38100"/>
                  </a:lnTo>
                  <a:close/>
                </a:path>
                <a:path w="2051685" h="1447800">
                  <a:moveTo>
                    <a:pt x="2000402" y="38100"/>
                  </a:moveTo>
                  <a:lnTo>
                    <a:pt x="1952688" y="38100"/>
                  </a:lnTo>
                  <a:lnTo>
                    <a:pt x="1946351" y="25400"/>
                  </a:lnTo>
                  <a:lnTo>
                    <a:pt x="1994750" y="25400"/>
                  </a:lnTo>
                  <a:lnTo>
                    <a:pt x="2000402" y="38100"/>
                  </a:lnTo>
                  <a:close/>
                </a:path>
                <a:path w="2051685" h="1447800">
                  <a:moveTo>
                    <a:pt x="77520" y="50800"/>
                  </a:moveTo>
                  <a:lnTo>
                    <a:pt x="40271" y="50800"/>
                  </a:lnTo>
                  <a:lnTo>
                    <a:pt x="45415" y="38100"/>
                  </a:lnTo>
                  <a:lnTo>
                    <a:pt x="83134" y="38100"/>
                  </a:lnTo>
                  <a:lnTo>
                    <a:pt x="77520" y="50800"/>
                  </a:lnTo>
                  <a:close/>
                </a:path>
                <a:path w="2051685" h="1447800">
                  <a:moveTo>
                    <a:pt x="2011387" y="50800"/>
                  </a:moveTo>
                  <a:lnTo>
                    <a:pt x="1974138" y="50800"/>
                  </a:lnTo>
                  <a:lnTo>
                    <a:pt x="1968525" y="38100"/>
                  </a:lnTo>
                  <a:lnTo>
                    <a:pt x="2006244" y="38100"/>
                  </a:lnTo>
                  <a:lnTo>
                    <a:pt x="2011387" y="50800"/>
                  </a:lnTo>
                  <a:close/>
                </a:path>
                <a:path w="2051685" h="1447800">
                  <a:moveTo>
                    <a:pt x="59054" y="63500"/>
                  </a:moveTo>
                  <a:lnTo>
                    <a:pt x="26784" y="63500"/>
                  </a:lnTo>
                  <a:lnTo>
                    <a:pt x="30772" y="50800"/>
                  </a:lnTo>
                  <a:lnTo>
                    <a:pt x="63792" y="50800"/>
                  </a:lnTo>
                  <a:lnTo>
                    <a:pt x="59054" y="63500"/>
                  </a:lnTo>
                  <a:close/>
                </a:path>
                <a:path w="2051685" h="1447800">
                  <a:moveTo>
                    <a:pt x="63360" y="63500"/>
                  </a:moveTo>
                  <a:lnTo>
                    <a:pt x="63792" y="50800"/>
                  </a:lnTo>
                  <a:lnTo>
                    <a:pt x="68338" y="50800"/>
                  </a:lnTo>
                  <a:lnTo>
                    <a:pt x="63360" y="63500"/>
                  </a:lnTo>
                  <a:close/>
                </a:path>
                <a:path w="2051685" h="1447800">
                  <a:moveTo>
                    <a:pt x="1988299" y="63500"/>
                  </a:moveTo>
                  <a:lnTo>
                    <a:pt x="1983320" y="50800"/>
                  </a:lnTo>
                  <a:lnTo>
                    <a:pt x="1987867" y="50800"/>
                  </a:lnTo>
                  <a:lnTo>
                    <a:pt x="1988299" y="63500"/>
                  </a:lnTo>
                  <a:close/>
                </a:path>
                <a:path w="2051685" h="1447800">
                  <a:moveTo>
                    <a:pt x="2024875" y="63500"/>
                  </a:moveTo>
                  <a:lnTo>
                    <a:pt x="1992604" y="63500"/>
                  </a:lnTo>
                  <a:lnTo>
                    <a:pt x="1987867" y="50800"/>
                  </a:lnTo>
                  <a:lnTo>
                    <a:pt x="2020887" y="50800"/>
                  </a:lnTo>
                  <a:lnTo>
                    <a:pt x="2024875" y="63500"/>
                  </a:lnTo>
                  <a:close/>
                </a:path>
                <a:path w="2051685" h="1447800">
                  <a:moveTo>
                    <a:pt x="51104" y="76200"/>
                  </a:moveTo>
                  <a:lnTo>
                    <a:pt x="18961" y="76200"/>
                  </a:lnTo>
                  <a:lnTo>
                    <a:pt x="22402" y="63500"/>
                  </a:lnTo>
                  <a:lnTo>
                    <a:pt x="55359" y="63500"/>
                  </a:lnTo>
                  <a:lnTo>
                    <a:pt x="51104" y="76200"/>
                  </a:lnTo>
                  <a:close/>
                </a:path>
                <a:path w="2051685" h="1447800">
                  <a:moveTo>
                    <a:pt x="2032698" y="76200"/>
                  </a:moveTo>
                  <a:lnTo>
                    <a:pt x="2000554" y="76200"/>
                  </a:lnTo>
                  <a:lnTo>
                    <a:pt x="1996300" y="63500"/>
                  </a:lnTo>
                  <a:lnTo>
                    <a:pt x="2029256" y="63500"/>
                  </a:lnTo>
                  <a:lnTo>
                    <a:pt x="2032698" y="76200"/>
                  </a:lnTo>
                  <a:close/>
                </a:path>
                <a:path w="2051685" h="1447800">
                  <a:moveTo>
                    <a:pt x="40982" y="88900"/>
                  </a:moveTo>
                  <a:lnTo>
                    <a:pt x="12369" y="88900"/>
                  </a:lnTo>
                  <a:lnTo>
                    <a:pt x="15506" y="76200"/>
                  </a:lnTo>
                  <a:lnTo>
                    <a:pt x="44424" y="76200"/>
                  </a:lnTo>
                  <a:lnTo>
                    <a:pt x="40982" y="88900"/>
                  </a:lnTo>
                  <a:close/>
                </a:path>
                <a:path w="2051685" h="1447800">
                  <a:moveTo>
                    <a:pt x="2039289" y="88900"/>
                  </a:moveTo>
                  <a:lnTo>
                    <a:pt x="2010689" y="88900"/>
                  </a:lnTo>
                  <a:lnTo>
                    <a:pt x="2007235" y="76200"/>
                  </a:lnTo>
                  <a:lnTo>
                    <a:pt x="2036152" y="76200"/>
                  </a:lnTo>
                  <a:lnTo>
                    <a:pt x="2039289" y="88900"/>
                  </a:lnTo>
                  <a:close/>
                </a:path>
                <a:path w="2051685" h="1447800">
                  <a:moveTo>
                    <a:pt x="35509" y="101600"/>
                  </a:moveTo>
                  <a:lnTo>
                    <a:pt x="9347" y="101600"/>
                  </a:lnTo>
                  <a:lnTo>
                    <a:pt x="12128" y="88900"/>
                  </a:lnTo>
                  <a:lnTo>
                    <a:pt x="38379" y="88900"/>
                  </a:lnTo>
                  <a:lnTo>
                    <a:pt x="35509" y="101600"/>
                  </a:lnTo>
                  <a:close/>
                </a:path>
                <a:path w="2051685" h="1447800">
                  <a:moveTo>
                    <a:pt x="2042312" y="101600"/>
                  </a:moveTo>
                  <a:lnTo>
                    <a:pt x="2016150" y="101600"/>
                  </a:lnTo>
                  <a:lnTo>
                    <a:pt x="2013280" y="88900"/>
                  </a:lnTo>
                  <a:lnTo>
                    <a:pt x="2039531" y="88900"/>
                  </a:lnTo>
                  <a:lnTo>
                    <a:pt x="2042312" y="101600"/>
                  </a:lnTo>
                  <a:close/>
                </a:path>
                <a:path w="2051685" h="1447800">
                  <a:moveTo>
                    <a:pt x="31165" y="114300"/>
                  </a:moveTo>
                  <a:lnTo>
                    <a:pt x="4825" y="114300"/>
                  </a:lnTo>
                  <a:lnTo>
                    <a:pt x="6908" y="101600"/>
                  </a:lnTo>
                  <a:lnTo>
                    <a:pt x="33413" y="101600"/>
                  </a:lnTo>
                  <a:lnTo>
                    <a:pt x="31165" y="114300"/>
                  </a:lnTo>
                  <a:close/>
                </a:path>
                <a:path w="2051685" h="1447800">
                  <a:moveTo>
                    <a:pt x="2046833" y="114300"/>
                  </a:moveTo>
                  <a:lnTo>
                    <a:pt x="2020493" y="114300"/>
                  </a:lnTo>
                  <a:lnTo>
                    <a:pt x="2018245" y="101600"/>
                  </a:lnTo>
                  <a:lnTo>
                    <a:pt x="2044750" y="101600"/>
                  </a:lnTo>
                  <a:lnTo>
                    <a:pt x="2046833" y="114300"/>
                  </a:lnTo>
                  <a:close/>
                </a:path>
                <a:path w="2051685" h="1447800">
                  <a:moveTo>
                    <a:pt x="27978" y="127000"/>
                  </a:moveTo>
                  <a:lnTo>
                    <a:pt x="1841" y="127000"/>
                  </a:lnTo>
                  <a:lnTo>
                    <a:pt x="3098" y="114300"/>
                  </a:lnTo>
                  <a:lnTo>
                    <a:pt x="29578" y="114300"/>
                  </a:lnTo>
                  <a:lnTo>
                    <a:pt x="27978" y="127000"/>
                  </a:lnTo>
                  <a:close/>
                </a:path>
                <a:path w="2051685" h="1447800">
                  <a:moveTo>
                    <a:pt x="2049818" y="127000"/>
                  </a:moveTo>
                  <a:lnTo>
                    <a:pt x="2023681" y="127000"/>
                  </a:lnTo>
                  <a:lnTo>
                    <a:pt x="2022081" y="114300"/>
                  </a:lnTo>
                  <a:lnTo>
                    <a:pt x="2048560" y="114300"/>
                  </a:lnTo>
                  <a:lnTo>
                    <a:pt x="2049818" y="127000"/>
                  </a:lnTo>
                  <a:close/>
                </a:path>
                <a:path w="2051685" h="1447800">
                  <a:moveTo>
                    <a:pt x="26098" y="139700"/>
                  </a:moveTo>
                  <a:lnTo>
                    <a:pt x="774" y="139700"/>
                  </a:lnTo>
                  <a:lnTo>
                    <a:pt x="838" y="127000"/>
                  </a:lnTo>
                  <a:lnTo>
                    <a:pt x="26949" y="127000"/>
                  </a:lnTo>
                  <a:lnTo>
                    <a:pt x="26098" y="139700"/>
                  </a:lnTo>
                  <a:close/>
                </a:path>
                <a:path w="2051685" h="1447800">
                  <a:moveTo>
                    <a:pt x="2050884" y="139700"/>
                  </a:moveTo>
                  <a:lnTo>
                    <a:pt x="2025624" y="139700"/>
                  </a:lnTo>
                  <a:lnTo>
                    <a:pt x="2024811" y="127000"/>
                  </a:lnTo>
                  <a:lnTo>
                    <a:pt x="2050821" y="127000"/>
                  </a:lnTo>
                  <a:lnTo>
                    <a:pt x="2050884" y="139700"/>
                  </a:lnTo>
                  <a:close/>
                </a:path>
                <a:path w="2051685" h="1447800">
                  <a:moveTo>
                    <a:pt x="25400" y="1295400"/>
                  </a:moveTo>
                  <a:lnTo>
                    <a:pt x="0" y="1295400"/>
                  </a:lnTo>
                  <a:lnTo>
                    <a:pt x="0" y="152400"/>
                  </a:lnTo>
                  <a:lnTo>
                    <a:pt x="190" y="139700"/>
                  </a:lnTo>
                  <a:lnTo>
                    <a:pt x="25577" y="139700"/>
                  </a:lnTo>
                  <a:lnTo>
                    <a:pt x="25400" y="152400"/>
                  </a:lnTo>
                  <a:lnTo>
                    <a:pt x="25400" y="1295400"/>
                  </a:lnTo>
                  <a:close/>
                </a:path>
                <a:path w="2051685" h="1447800">
                  <a:moveTo>
                    <a:pt x="2051659" y="1295400"/>
                  </a:moveTo>
                  <a:lnTo>
                    <a:pt x="2026259" y="1295400"/>
                  </a:lnTo>
                  <a:lnTo>
                    <a:pt x="2026259" y="152400"/>
                  </a:lnTo>
                  <a:lnTo>
                    <a:pt x="2026107" y="139700"/>
                  </a:lnTo>
                  <a:lnTo>
                    <a:pt x="2051443" y="139700"/>
                  </a:lnTo>
                  <a:lnTo>
                    <a:pt x="2051659" y="152400"/>
                  </a:lnTo>
                  <a:lnTo>
                    <a:pt x="2051659" y="1295400"/>
                  </a:lnTo>
                  <a:close/>
                </a:path>
                <a:path w="2051685" h="1447800">
                  <a:moveTo>
                    <a:pt x="26035" y="1308100"/>
                  </a:moveTo>
                  <a:lnTo>
                    <a:pt x="228" y="1308100"/>
                  </a:lnTo>
                  <a:lnTo>
                    <a:pt x="190" y="1295400"/>
                  </a:lnTo>
                  <a:lnTo>
                    <a:pt x="25552" y="1295400"/>
                  </a:lnTo>
                  <a:lnTo>
                    <a:pt x="26035" y="1308100"/>
                  </a:lnTo>
                  <a:close/>
                </a:path>
                <a:path w="2051685" h="1447800">
                  <a:moveTo>
                    <a:pt x="2051443" y="1308100"/>
                  </a:moveTo>
                  <a:lnTo>
                    <a:pt x="2025561" y="1308100"/>
                  </a:lnTo>
                  <a:lnTo>
                    <a:pt x="2026081" y="1295400"/>
                  </a:lnTo>
                  <a:lnTo>
                    <a:pt x="2051469" y="1295400"/>
                  </a:lnTo>
                  <a:lnTo>
                    <a:pt x="2051443" y="1308100"/>
                  </a:lnTo>
                  <a:close/>
                </a:path>
                <a:path w="2051685" h="1447800">
                  <a:moveTo>
                    <a:pt x="28105" y="1320800"/>
                  </a:moveTo>
                  <a:lnTo>
                    <a:pt x="1841" y="1320800"/>
                  </a:lnTo>
                  <a:lnTo>
                    <a:pt x="774" y="1308100"/>
                  </a:lnTo>
                  <a:lnTo>
                    <a:pt x="26847" y="1308100"/>
                  </a:lnTo>
                  <a:lnTo>
                    <a:pt x="28105" y="1320800"/>
                  </a:lnTo>
                  <a:close/>
                </a:path>
                <a:path w="2051685" h="1447800">
                  <a:moveTo>
                    <a:pt x="2049818" y="1320800"/>
                  </a:moveTo>
                  <a:lnTo>
                    <a:pt x="2023554" y="1320800"/>
                  </a:lnTo>
                  <a:lnTo>
                    <a:pt x="2024710" y="1308100"/>
                  </a:lnTo>
                  <a:lnTo>
                    <a:pt x="2050821" y="1308100"/>
                  </a:lnTo>
                  <a:lnTo>
                    <a:pt x="2049818" y="1320800"/>
                  </a:lnTo>
                  <a:close/>
                </a:path>
                <a:path w="2051685" h="1447800">
                  <a:moveTo>
                    <a:pt x="35763" y="1346200"/>
                  </a:moveTo>
                  <a:lnTo>
                    <a:pt x="6908" y="1346200"/>
                  </a:lnTo>
                  <a:lnTo>
                    <a:pt x="4825" y="1333500"/>
                  </a:lnTo>
                  <a:lnTo>
                    <a:pt x="3225" y="1320800"/>
                  </a:lnTo>
                  <a:lnTo>
                    <a:pt x="29425" y="1320800"/>
                  </a:lnTo>
                  <a:lnTo>
                    <a:pt x="31343" y="1333500"/>
                  </a:lnTo>
                  <a:lnTo>
                    <a:pt x="33197" y="1333500"/>
                  </a:lnTo>
                  <a:lnTo>
                    <a:pt x="35763" y="1346200"/>
                  </a:lnTo>
                  <a:close/>
                </a:path>
                <a:path w="2051685" h="1447800">
                  <a:moveTo>
                    <a:pt x="2044750" y="1346200"/>
                  </a:moveTo>
                  <a:lnTo>
                    <a:pt x="2015909" y="1346200"/>
                  </a:lnTo>
                  <a:lnTo>
                    <a:pt x="2018461" y="1333500"/>
                  </a:lnTo>
                  <a:lnTo>
                    <a:pt x="2020316" y="1333500"/>
                  </a:lnTo>
                  <a:lnTo>
                    <a:pt x="2022233" y="1320800"/>
                  </a:lnTo>
                  <a:lnTo>
                    <a:pt x="2048433" y="1320800"/>
                  </a:lnTo>
                  <a:lnTo>
                    <a:pt x="2046833" y="1333500"/>
                  </a:lnTo>
                  <a:lnTo>
                    <a:pt x="2044750" y="1346200"/>
                  </a:lnTo>
                  <a:close/>
                </a:path>
                <a:path w="2051685" h="1447800">
                  <a:moveTo>
                    <a:pt x="41275" y="1358900"/>
                  </a:moveTo>
                  <a:lnTo>
                    <a:pt x="12128" y="1358900"/>
                  </a:lnTo>
                  <a:lnTo>
                    <a:pt x="9347" y="1346200"/>
                  </a:lnTo>
                  <a:lnTo>
                    <a:pt x="38112" y="1346200"/>
                  </a:lnTo>
                  <a:lnTo>
                    <a:pt x="41275" y="1358900"/>
                  </a:lnTo>
                  <a:close/>
                </a:path>
                <a:path w="2051685" h="1447800">
                  <a:moveTo>
                    <a:pt x="2039531" y="1358900"/>
                  </a:moveTo>
                  <a:lnTo>
                    <a:pt x="2010384" y="1358900"/>
                  </a:lnTo>
                  <a:lnTo>
                    <a:pt x="2013546" y="1346200"/>
                  </a:lnTo>
                  <a:lnTo>
                    <a:pt x="2042312" y="1346200"/>
                  </a:lnTo>
                  <a:lnTo>
                    <a:pt x="2039531" y="1358900"/>
                  </a:lnTo>
                  <a:close/>
                </a:path>
                <a:path w="2051685" h="1447800">
                  <a:moveTo>
                    <a:pt x="47828" y="1371600"/>
                  </a:moveTo>
                  <a:lnTo>
                    <a:pt x="18961" y="1371600"/>
                  </a:lnTo>
                  <a:lnTo>
                    <a:pt x="15506" y="1358900"/>
                  </a:lnTo>
                  <a:lnTo>
                    <a:pt x="44107" y="1358900"/>
                  </a:lnTo>
                  <a:lnTo>
                    <a:pt x="47828" y="1371600"/>
                  </a:lnTo>
                  <a:close/>
                </a:path>
                <a:path w="2051685" h="1447800">
                  <a:moveTo>
                    <a:pt x="2032698" y="1371600"/>
                  </a:moveTo>
                  <a:lnTo>
                    <a:pt x="2003831" y="1371600"/>
                  </a:lnTo>
                  <a:lnTo>
                    <a:pt x="2007552" y="1358900"/>
                  </a:lnTo>
                  <a:lnTo>
                    <a:pt x="2036152" y="1358900"/>
                  </a:lnTo>
                  <a:lnTo>
                    <a:pt x="2032698" y="1371600"/>
                  </a:lnTo>
                  <a:close/>
                </a:path>
                <a:path w="2051685" h="1447800">
                  <a:moveTo>
                    <a:pt x="59461" y="1384300"/>
                  </a:moveTo>
                  <a:lnTo>
                    <a:pt x="26441" y="1384300"/>
                  </a:lnTo>
                  <a:lnTo>
                    <a:pt x="22402" y="1371600"/>
                  </a:lnTo>
                  <a:lnTo>
                    <a:pt x="54965" y="1371600"/>
                  </a:lnTo>
                  <a:lnTo>
                    <a:pt x="59461" y="1384300"/>
                  </a:lnTo>
                  <a:close/>
                </a:path>
                <a:path w="2051685" h="1447800">
                  <a:moveTo>
                    <a:pt x="2025218" y="1384300"/>
                  </a:moveTo>
                  <a:lnTo>
                    <a:pt x="1992198" y="1384300"/>
                  </a:lnTo>
                  <a:lnTo>
                    <a:pt x="1996694" y="1371600"/>
                  </a:lnTo>
                  <a:lnTo>
                    <a:pt x="2029256" y="1371600"/>
                  </a:lnTo>
                  <a:lnTo>
                    <a:pt x="2025218" y="1384300"/>
                  </a:lnTo>
                  <a:close/>
                </a:path>
                <a:path w="2051685" h="1447800">
                  <a:moveTo>
                    <a:pt x="68338" y="1397000"/>
                  </a:moveTo>
                  <a:lnTo>
                    <a:pt x="35382" y="1397000"/>
                  </a:lnTo>
                  <a:lnTo>
                    <a:pt x="30772" y="1384300"/>
                  </a:lnTo>
                  <a:lnTo>
                    <a:pt x="63360" y="1384300"/>
                  </a:lnTo>
                  <a:lnTo>
                    <a:pt x="68338" y="1397000"/>
                  </a:lnTo>
                  <a:close/>
                </a:path>
                <a:path w="2051685" h="1447800">
                  <a:moveTo>
                    <a:pt x="73075" y="1397000"/>
                  </a:moveTo>
                  <a:lnTo>
                    <a:pt x="68338" y="1397000"/>
                  </a:lnTo>
                  <a:lnTo>
                    <a:pt x="67881" y="1384300"/>
                  </a:lnTo>
                  <a:lnTo>
                    <a:pt x="73075" y="1397000"/>
                  </a:lnTo>
                  <a:close/>
                </a:path>
                <a:path w="2051685" h="1447800">
                  <a:moveTo>
                    <a:pt x="1983320" y="1397000"/>
                  </a:moveTo>
                  <a:lnTo>
                    <a:pt x="1978583" y="1397000"/>
                  </a:lnTo>
                  <a:lnTo>
                    <a:pt x="1983778" y="1384300"/>
                  </a:lnTo>
                  <a:lnTo>
                    <a:pt x="1983320" y="1397000"/>
                  </a:lnTo>
                  <a:close/>
                </a:path>
                <a:path w="2051685" h="1447800">
                  <a:moveTo>
                    <a:pt x="2015896" y="1397000"/>
                  </a:moveTo>
                  <a:lnTo>
                    <a:pt x="1983320" y="1397000"/>
                  </a:lnTo>
                  <a:lnTo>
                    <a:pt x="1988299" y="1384300"/>
                  </a:lnTo>
                  <a:lnTo>
                    <a:pt x="2020887" y="1384300"/>
                  </a:lnTo>
                  <a:lnTo>
                    <a:pt x="2015896" y="1397000"/>
                  </a:lnTo>
                  <a:close/>
                </a:path>
                <a:path w="2051685" h="1447800">
                  <a:moveTo>
                    <a:pt x="88430" y="1409700"/>
                  </a:moveTo>
                  <a:lnTo>
                    <a:pt x="45415" y="1409700"/>
                  </a:lnTo>
                  <a:lnTo>
                    <a:pt x="40271" y="1397000"/>
                  </a:lnTo>
                  <a:lnTo>
                    <a:pt x="82626" y="1397000"/>
                  </a:lnTo>
                  <a:lnTo>
                    <a:pt x="88430" y="1409700"/>
                  </a:lnTo>
                  <a:close/>
                </a:path>
                <a:path w="2051685" h="1447800">
                  <a:moveTo>
                    <a:pt x="2006244" y="1409700"/>
                  </a:moveTo>
                  <a:lnTo>
                    <a:pt x="1963229" y="1409700"/>
                  </a:lnTo>
                  <a:lnTo>
                    <a:pt x="1969033" y="1397000"/>
                  </a:lnTo>
                  <a:lnTo>
                    <a:pt x="2011387" y="1397000"/>
                  </a:lnTo>
                  <a:lnTo>
                    <a:pt x="2006244" y="1409700"/>
                  </a:lnTo>
                  <a:close/>
                </a:path>
                <a:path w="2051685" h="1447800">
                  <a:moveTo>
                    <a:pt x="111239" y="1422400"/>
                  </a:moveTo>
                  <a:lnTo>
                    <a:pt x="62801" y="1422400"/>
                  </a:lnTo>
                  <a:lnTo>
                    <a:pt x="56921" y="1409700"/>
                  </a:lnTo>
                  <a:lnTo>
                    <a:pt x="104736" y="1409700"/>
                  </a:lnTo>
                  <a:lnTo>
                    <a:pt x="111239" y="1422400"/>
                  </a:lnTo>
                  <a:close/>
                </a:path>
                <a:path w="2051685" h="1447800">
                  <a:moveTo>
                    <a:pt x="1988858" y="1422400"/>
                  </a:moveTo>
                  <a:lnTo>
                    <a:pt x="1940433" y="1422400"/>
                  </a:lnTo>
                  <a:lnTo>
                    <a:pt x="1946922" y="1409700"/>
                  </a:lnTo>
                  <a:lnTo>
                    <a:pt x="1994750" y="1409700"/>
                  </a:lnTo>
                  <a:lnTo>
                    <a:pt x="1988858" y="1422400"/>
                  </a:lnTo>
                  <a:close/>
                </a:path>
                <a:path w="2051685" h="1447800">
                  <a:moveTo>
                    <a:pt x="1969884" y="1435100"/>
                  </a:moveTo>
                  <a:lnTo>
                    <a:pt x="81241" y="1435100"/>
                  </a:lnTo>
                  <a:lnTo>
                    <a:pt x="75247" y="1422400"/>
                  </a:lnTo>
                  <a:lnTo>
                    <a:pt x="1976412" y="1422400"/>
                  </a:lnTo>
                  <a:lnTo>
                    <a:pt x="1969884" y="1435100"/>
                  </a:lnTo>
                  <a:close/>
                </a:path>
                <a:path w="2051685" h="1447800">
                  <a:moveTo>
                    <a:pt x="1941906" y="1447800"/>
                  </a:moveTo>
                  <a:lnTo>
                    <a:pt x="109753" y="1447800"/>
                  </a:lnTo>
                  <a:lnTo>
                    <a:pt x="102501" y="1435100"/>
                  </a:lnTo>
                  <a:lnTo>
                    <a:pt x="1949157" y="1435100"/>
                  </a:lnTo>
                  <a:lnTo>
                    <a:pt x="1941906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3702" y="2702229"/>
            <a:ext cx="1760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Software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Metrics </a:t>
            </a:r>
            <a:r>
              <a:rPr sz="1800" spc="-160" dirty="0">
                <a:latin typeface="Trebuchet MS"/>
                <a:cs typeface="Trebuchet MS"/>
              </a:rPr>
              <a:t>&amp;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Defect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Dataset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98420" y="2744723"/>
            <a:ext cx="428625" cy="502920"/>
          </a:xfrm>
          <a:custGeom>
            <a:avLst/>
            <a:gdLst/>
            <a:ahLst/>
            <a:cxnLst/>
            <a:rect l="l" t="t" r="r" b="b"/>
            <a:pathLst>
              <a:path w="428625" h="502919">
                <a:moveTo>
                  <a:pt x="213360" y="502919"/>
                </a:moveTo>
                <a:lnTo>
                  <a:pt x="213360" y="402336"/>
                </a:lnTo>
                <a:lnTo>
                  <a:pt x="0" y="402336"/>
                </a:lnTo>
                <a:lnTo>
                  <a:pt x="0" y="100583"/>
                </a:lnTo>
                <a:lnTo>
                  <a:pt x="213360" y="100583"/>
                </a:lnTo>
                <a:lnTo>
                  <a:pt x="213360" y="0"/>
                </a:lnTo>
                <a:lnTo>
                  <a:pt x="428244" y="251459"/>
                </a:lnTo>
                <a:lnTo>
                  <a:pt x="213360" y="502919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205073" y="2267902"/>
            <a:ext cx="2051685" cy="1447800"/>
            <a:chOff x="3205073" y="2267902"/>
            <a:chExt cx="2051685" cy="1447800"/>
          </a:xfrm>
        </p:grpSpPr>
        <p:sp>
          <p:nvSpPr>
            <p:cNvPr id="9" name="object 9"/>
            <p:cNvSpPr/>
            <p:nvPr/>
          </p:nvSpPr>
          <p:spPr>
            <a:xfrm>
              <a:off x="3217163" y="2279903"/>
              <a:ext cx="2026920" cy="1431290"/>
            </a:xfrm>
            <a:custGeom>
              <a:avLst/>
              <a:gdLst/>
              <a:ahLst/>
              <a:cxnLst/>
              <a:rect l="l" t="t" r="r" b="b"/>
              <a:pathLst>
                <a:path w="2026920" h="1431289">
                  <a:moveTo>
                    <a:pt x="1883664" y="1431036"/>
                  </a:moveTo>
                  <a:lnTo>
                    <a:pt x="143256" y="1431036"/>
                  </a:lnTo>
                  <a:lnTo>
                    <a:pt x="98232" y="1423892"/>
                  </a:lnTo>
                  <a:lnTo>
                    <a:pt x="59046" y="1403647"/>
                  </a:lnTo>
                  <a:lnTo>
                    <a:pt x="28047" y="1372647"/>
                  </a:lnTo>
                  <a:lnTo>
                    <a:pt x="7582" y="1333242"/>
                  </a:lnTo>
                  <a:lnTo>
                    <a:pt x="0" y="1287780"/>
                  </a:lnTo>
                  <a:lnTo>
                    <a:pt x="0" y="143256"/>
                  </a:lnTo>
                  <a:lnTo>
                    <a:pt x="7582" y="98280"/>
                  </a:lnTo>
                  <a:lnTo>
                    <a:pt x="28047" y="59119"/>
                  </a:lnTo>
                  <a:lnTo>
                    <a:pt x="59046" y="28120"/>
                  </a:lnTo>
                  <a:lnTo>
                    <a:pt x="98232" y="7630"/>
                  </a:lnTo>
                  <a:lnTo>
                    <a:pt x="143256" y="0"/>
                  </a:lnTo>
                  <a:lnTo>
                    <a:pt x="1883664" y="0"/>
                  </a:lnTo>
                  <a:lnTo>
                    <a:pt x="1928948" y="7630"/>
                  </a:lnTo>
                  <a:lnTo>
                    <a:pt x="1968263" y="28120"/>
                  </a:lnTo>
                  <a:lnTo>
                    <a:pt x="1999260" y="59119"/>
                  </a:lnTo>
                  <a:lnTo>
                    <a:pt x="2019595" y="98280"/>
                  </a:lnTo>
                  <a:lnTo>
                    <a:pt x="2026920" y="143256"/>
                  </a:lnTo>
                  <a:lnTo>
                    <a:pt x="2026920" y="1287780"/>
                  </a:lnTo>
                  <a:lnTo>
                    <a:pt x="2019595" y="1333242"/>
                  </a:lnTo>
                  <a:lnTo>
                    <a:pt x="1999260" y="1372647"/>
                  </a:lnTo>
                  <a:lnTo>
                    <a:pt x="1968263" y="1403647"/>
                  </a:lnTo>
                  <a:lnTo>
                    <a:pt x="1928948" y="1423892"/>
                  </a:lnTo>
                  <a:lnTo>
                    <a:pt x="1883664" y="14310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5073" y="2267902"/>
              <a:ext cx="2051685" cy="1447800"/>
            </a:xfrm>
            <a:custGeom>
              <a:avLst/>
              <a:gdLst/>
              <a:ahLst/>
              <a:cxnLst/>
              <a:rect l="l" t="t" r="r" b="b"/>
              <a:pathLst>
                <a:path w="2051685" h="1447800">
                  <a:moveTo>
                    <a:pt x="1963699" y="12700"/>
                  </a:moveTo>
                  <a:lnTo>
                    <a:pt x="87947" y="12700"/>
                  </a:lnTo>
                  <a:lnTo>
                    <a:pt x="94843" y="0"/>
                  </a:lnTo>
                  <a:lnTo>
                    <a:pt x="1956803" y="0"/>
                  </a:lnTo>
                  <a:lnTo>
                    <a:pt x="1963699" y="12700"/>
                  </a:lnTo>
                  <a:close/>
                </a:path>
                <a:path w="2051685" h="1447800">
                  <a:moveTo>
                    <a:pt x="1982724" y="25400"/>
                  </a:moveTo>
                  <a:lnTo>
                    <a:pt x="68910" y="25400"/>
                  </a:lnTo>
                  <a:lnTo>
                    <a:pt x="74714" y="12700"/>
                  </a:lnTo>
                  <a:lnTo>
                    <a:pt x="1976399" y="12700"/>
                  </a:lnTo>
                  <a:lnTo>
                    <a:pt x="1982724" y="25400"/>
                  </a:lnTo>
                  <a:close/>
                </a:path>
                <a:path w="2051685" h="1447800">
                  <a:moveTo>
                    <a:pt x="98958" y="38100"/>
                  </a:moveTo>
                  <a:lnTo>
                    <a:pt x="51244" y="38100"/>
                  </a:lnTo>
                  <a:lnTo>
                    <a:pt x="56908" y="25400"/>
                  </a:lnTo>
                  <a:lnTo>
                    <a:pt x="105295" y="25400"/>
                  </a:lnTo>
                  <a:lnTo>
                    <a:pt x="98958" y="38100"/>
                  </a:lnTo>
                  <a:close/>
                </a:path>
                <a:path w="2051685" h="1447800">
                  <a:moveTo>
                    <a:pt x="2000846" y="38100"/>
                  </a:moveTo>
                  <a:lnTo>
                    <a:pt x="1952675" y="38100"/>
                  </a:lnTo>
                  <a:lnTo>
                    <a:pt x="1946338" y="25400"/>
                  </a:lnTo>
                  <a:lnTo>
                    <a:pt x="1994738" y="25400"/>
                  </a:lnTo>
                  <a:lnTo>
                    <a:pt x="2000846" y="38100"/>
                  </a:lnTo>
                  <a:close/>
                </a:path>
                <a:path w="2051685" h="1447800">
                  <a:moveTo>
                    <a:pt x="77520" y="50800"/>
                  </a:moveTo>
                  <a:lnTo>
                    <a:pt x="40259" y="50800"/>
                  </a:lnTo>
                  <a:lnTo>
                    <a:pt x="45402" y="38100"/>
                  </a:lnTo>
                  <a:lnTo>
                    <a:pt x="83121" y="38100"/>
                  </a:lnTo>
                  <a:lnTo>
                    <a:pt x="77520" y="50800"/>
                  </a:lnTo>
                  <a:close/>
                </a:path>
                <a:path w="2051685" h="1447800">
                  <a:moveTo>
                    <a:pt x="2011387" y="50800"/>
                  </a:moveTo>
                  <a:lnTo>
                    <a:pt x="1974126" y="50800"/>
                  </a:lnTo>
                  <a:lnTo>
                    <a:pt x="1968512" y="38100"/>
                  </a:lnTo>
                  <a:lnTo>
                    <a:pt x="2006244" y="38100"/>
                  </a:lnTo>
                  <a:lnTo>
                    <a:pt x="2011387" y="50800"/>
                  </a:lnTo>
                  <a:close/>
                </a:path>
                <a:path w="2051685" h="1447800">
                  <a:moveTo>
                    <a:pt x="59054" y="63500"/>
                  </a:moveTo>
                  <a:lnTo>
                    <a:pt x="26771" y="63500"/>
                  </a:lnTo>
                  <a:lnTo>
                    <a:pt x="30759" y="50800"/>
                  </a:lnTo>
                  <a:lnTo>
                    <a:pt x="63792" y="50800"/>
                  </a:lnTo>
                  <a:lnTo>
                    <a:pt x="59054" y="63500"/>
                  </a:lnTo>
                  <a:close/>
                </a:path>
                <a:path w="2051685" h="1447800">
                  <a:moveTo>
                    <a:pt x="63360" y="63500"/>
                  </a:moveTo>
                  <a:lnTo>
                    <a:pt x="63792" y="50800"/>
                  </a:lnTo>
                  <a:lnTo>
                    <a:pt x="68325" y="50800"/>
                  </a:lnTo>
                  <a:lnTo>
                    <a:pt x="63360" y="63500"/>
                  </a:lnTo>
                  <a:close/>
                </a:path>
                <a:path w="2051685" h="1447800">
                  <a:moveTo>
                    <a:pt x="1988286" y="63500"/>
                  </a:moveTo>
                  <a:lnTo>
                    <a:pt x="1983320" y="50800"/>
                  </a:lnTo>
                  <a:lnTo>
                    <a:pt x="1987854" y="50800"/>
                  </a:lnTo>
                  <a:lnTo>
                    <a:pt x="1988286" y="63500"/>
                  </a:lnTo>
                  <a:close/>
                </a:path>
                <a:path w="2051685" h="1447800">
                  <a:moveTo>
                    <a:pt x="2024862" y="63500"/>
                  </a:moveTo>
                  <a:lnTo>
                    <a:pt x="1992591" y="63500"/>
                  </a:lnTo>
                  <a:lnTo>
                    <a:pt x="1987854" y="50800"/>
                  </a:lnTo>
                  <a:lnTo>
                    <a:pt x="2020519" y="50800"/>
                  </a:lnTo>
                  <a:lnTo>
                    <a:pt x="2024862" y="63500"/>
                  </a:lnTo>
                  <a:close/>
                </a:path>
                <a:path w="2051685" h="1447800">
                  <a:moveTo>
                    <a:pt x="51104" y="76200"/>
                  </a:moveTo>
                  <a:lnTo>
                    <a:pt x="18948" y="76200"/>
                  </a:lnTo>
                  <a:lnTo>
                    <a:pt x="22390" y="63500"/>
                  </a:lnTo>
                  <a:lnTo>
                    <a:pt x="55346" y="63500"/>
                  </a:lnTo>
                  <a:lnTo>
                    <a:pt x="51104" y="76200"/>
                  </a:lnTo>
                  <a:close/>
                </a:path>
                <a:path w="2051685" h="1447800">
                  <a:moveTo>
                    <a:pt x="2032698" y="76200"/>
                  </a:moveTo>
                  <a:lnTo>
                    <a:pt x="2000542" y="76200"/>
                  </a:lnTo>
                  <a:lnTo>
                    <a:pt x="1996300" y="63500"/>
                  </a:lnTo>
                  <a:lnTo>
                    <a:pt x="2029244" y="63500"/>
                  </a:lnTo>
                  <a:lnTo>
                    <a:pt x="2032698" y="76200"/>
                  </a:lnTo>
                  <a:close/>
                </a:path>
                <a:path w="2051685" h="1447800">
                  <a:moveTo>
                    <a:pt x="40970" y="88900"/>
                  </a:moveTo>
                  <a:lnTo>
                    <a:pt x="12357" y="88900"/>
                  </a:lnTo>
                  <a:lnTo>
                    <a:pt x="15493" y="76200"/>
                  </a:lnTo>
                  <a:lnTo>
                    <a:pt x="44411" y="76200"/>
                  </a:lnTo>
                  <a:lnTo>
                    <a:pt x="40970" y="88900"/>
                  </a:lnTo>
                  <a:close/>
                </a:path>
                <a:path w="2051685" h="1447800">
                  <a:moveTo>
                    <a:pt x="2039277" y="88900"/>
                  </a:moveTo>
                  <a:lnTo>
                    <a:pt x="2010676" y="88900"/>
                  </a:lnTo>
                  <a:lnTo>
                    <a:pt x="2007235" y="76200"/>
                  </a:lnTo>
                  <a:lnTo>
                    <a:pt x="2036152" y="76200"/>
                  </a:lnTo>
                  <a:lnTo>
                    <a:pt x="2039277" y="88900"/>
                  </a:lnTo>
                  <a:close/>
                </a:path>
                <a:path w="2051685" h="1447800">
                  <a:moveTo>
                    <a:pt x="35509" y="101600"/>
                  </a:moveTo>
                  <a:lnTo>
                    <a:pt x="9347" y="101600"/>
                  </a:lnTo>
                  <a:lnTo>
                    <a:pt x="12115" y="88900"/>
                  </a:lnTo>
                  <a:lnTo>
                    <a:pt x="38366" y="88900"/>
                  </a:lnTo>
                  <a:lnTo>
                    <a:pt x="35509" y="101600"/>
                  </a:lnTo>
                  <a:close/>
                </a:path>
                <a:path w="2051685" h="1447800">
                  <a:moveTo>
                    <a:pt x="2042299" y="101600"/>
                  </a:moveTo>
                  <a:lnTo>
                    <a:pt x="2016137" y="101600"/>
                  </a:lnTo>
                  <a:lnTo>
                    <a:pt x="2013267" y="88900"/>
                  </a:lnTo>
                  <a:lnTo>
                    <a:pt x="2039518" y="88900"/>
                  </a:lnTo>
                  <a:lnTo>
                    <a:pt x="2042299" y="101600"/>
                  </a:lnTo>
                  <a:close/>
                </a:path>
                <a:path w="2051685" h="1447800">
                  <a:moveTo>
                    <a:pt x="31153" y="114300"/>
                  </a:moveTo>
                  <a:lnTo>
                    <a:pt x="4978" y="114300"/>
                  </a:lnTo>
                  <a:lnTo>
                    <a:pt x="6908" y="101600"/>
                  </a:lnTo>
                  <a:lnTo>
                    <a:pt x="33400" y="101600"/>
                  </a:lnTo>
                  <a:lnTo>
                    <a:pt x="31153" y="114300"/>
                  </a:lnTo>
                  <a:close/>
                </a:path>
                <a:path w="2051685" h="1447800">
                  <a:moveTo>
                    <a:pt x="2046668" y="114300"/>
                  </a:moveTo>
                  <a:lnTo>
                    <a:pt x="2020493" y="114300"/>
                  </a:lnTo>
                  <a:lnTo>
                    <a:pt x="2018245" y="101600"/>
                  </a:lnTo>
                  <a:lnTo>
                    <a:pt x="2044738" y="101600"/>
                  </a:lnTo>
                  <a:lnTo>
                    <a:pt x="2046668" y="114300"/>
                  </a:lnTo>
                  <a:close/>
                </a:path>
                <a:path w="2051685" h="1447800">
                  <a:moveTo>
                    <a:pt x="28105" y="127000"/>
                  </a:moveTo>
                  <a:lnTo>
                    <a:pt x="1739" y="127000"/>
                  </a:lnTo>
                  <a:lnTo>
                    <a:pt x="3098" y="114300"/>
                  </a:lnTo>
                  <a:lnTo>
                    <a:pt x="29565" y="114300"/>
                  </a:lnTo>
                  <a:lnTo>
                    <a:pt x="28105" y="127000"/>
                  </a:lnTo>
                  <a:close/>
                </a:path>
                <a:path w="2051685" h="1447800">
                  <a:moveTo>
                    <a:pt x="2049907" y="127000"/>
                  </a:moveTo>
                  <a:lnTo>
                    <a:pt x="2023668" y="127000"/>
                  </a:lnTo>
                  <a:lnTo>
                    <a:pt x="2022068" y="114300"/>
                  </a:lnTo>
                  <a:lnTo>
                    <a:pt x="2048548" y="114300"/>
                  </a:lnTo>
                  <a:lnTo>
                    <a:pt x="2049907" y="127000"/>
                  </a:lnTo>
                  <a:close/>
                </a:path>
                <a:path w="2051685" h="1447800">
                  <a:moveTo>
                    <a:pt x="26098" y="139700"/>
                  </a:moveTo>
                  <a:lnTo>
                    <a:pt x="762" y="139700"/>
                  </a:lnTo>
                  <a:lnTo>
                    <a:pt x="825" y="127000"/>
                  </a:lnTo>
                  <a:lnTo>
                    <a:pt x="26936" y="127000"/>
                  </a:lnTo>
                  <a:lnTo>
                    <a:pt x="26098" y="139700"/>
                  </a:lnTo>
                  <a:close/>
                </a:path>
                <a:path w="2051685" h="1447800">
                  <a:moveTo>
                    <a:pt x="2050872" y="139700"/>
                  </a:moveTo>
                  <a:lnTo>
                    <a:pt x="2025611" y="139700"/>
                  </a:lnTo>
                  <a:lnTo>
                    <a:pt x="2024799" y="127000"/>
                  </a:lnTo>
                  <a:lnTo>
                    <a:pt x="2050808" y="127000"/>
                  </a:lnTo>
                  <a:lnTo>
                    <a:pt x="2050872" y="139700"/>
                  </a:lnTo>
                  <a:close/>
                </a:path>
                <a:path w="2051685" h="1447800">
                  <a:moveTo>
                    <a:pt x="25387" y="1295400"/>
                  </a:moveTo>
                  <a:lnTo>
                    <a:pt x="0" y="1295400"/>
                  </a:lnTo>
                  <a:lnTo>
                    <a:pt x="0" y="152400"/>
                  </a:lnTo>
                  <a:lnTo>
                    <a:pt x="177" y="139700"/>
                  </a:lnTo>
                  <a:lnTo>
                    <a:pt x="25577" y="139700"/>
                  </a:lnTo>
                  <a:lnTo>
                    <a:pt x="25387" y="152400"/>
                  </a:lnTo>
                  <a:lnTo>
                    <a:pt x="25387" y="1295400"/>
                  </a:lnTo>
                  <a:close/>
                </a:path>
                <a:path w="2051685" h="1447800">
                  <a:moveTo>
                    <a:pt x="2051646" y="1295400"/>
                  </a:moveTo>
                  <a:lnTo>
                    <a:pt x="2026246" y="1295400"/>
                  </a:lnTo>
                  <a:lnTo>
                    <a:pt x="2026259" y="152400"/>
                  </a:lnTo>
                  <a:lnTo>
                    <a:pt x="2026107" y="139700"/>
                  </a:lnTo>
                  <a:lnTo>
                    <a:pt x="2051431" y="139700"/>
                  </a:lnTo>
                  <a:lnTo>
                    <a:pt x="2051646" y="152400"/>
                  </a:lnTo>
                  <a:lnTo>
                    <a:pt x="2051646" y="1295400"/>
                  </a:lnTo>
                  <a:close/>
                </a:path>
                <a:path w="2051685" h="1447800">
                  <a:moveTo>
                    <a:pt x="26022" y="1308100"/>
                  </a:moveTo>
                  <a:lnTo>
                    <a:pt x="215" y="1308100"/>
                  </a:lnTo>
                  <a:lnTo>
                    <a:pt x="177" y="1295400"/>
                  </a:lnTo>
                  <a:lnTo>
                    <a:pt x="25539" y="1295400"/>
                  </a:lnTo>
                  <a:lnTo>
                    <a:pt x="26022" y="1308100"/>
                  </a:lnTo>
                  <a:close/>
                </a:path>
                <a:path w="2051685" h="1447800">
                  <a:moveTo>
                    <a:pt x="2051431" y="1308100"/>
                  </a:moveTo>
                  <a:lnTo>
                    <a:pt x="2025548" y="1308100"/>
                  </a:lnTo>
                  <a:lnTo>
                    <a:pt x="2026069" y="1295400"/>
                  </a:lnTo>
                  <a:lnTo>
                    <a:pt x="2051456" y="1295400"/>
                  </a:lnTo>
                  <a:lnTo>
                    <a:pt x="2051431" y="1308100"/>
                  </a:lnTo>
                  <a:close/>
                </a:path>
                <a:path w="2051685" h="1447800">
                  <a:moveTo>
                    <a:pt x="27978" y="1320800"/>
                  </a:moveTo>
                  <a:lnTo>
                    <a:pt x="1739" y="1320800"/>
                  </a:lnTo>
                  <a:lnTo>
                    <a:pt x="762" y="1308100"/>
                  </a:lnTo>
                  <a:lnTo>
                    <a:pt x="26847" y="1308100"/>
                  </a:lnTo>
                  <a:lnTo>
                    <a:pt x="27978" y="1320800"/>
                  </a:lnTo>
                  <a:close/>
                </a:path>
                <a:path w="2051685" h="1447800">
                  <a:moveTo>
                    <a:pt x="2049907" y="1320800"/>
                  </a:moveTo>
                  <a:lnTo>
                    <a:pt x="2023541" y="1320800"/>
                  </a:lnTo>
                  <a:lnTo>
                    <a:pt x="2024710" y="1308100"/>
                  </a:lnTo>
                  <a:lnTo>
                    <a:pt x="2050808" y="1308100"/>
                  </a:lnTo>
                  <a:lnTo>
                    <a:pt x="2049907" y="1320800"/>
                  </a:lnTo>
                  <a:close/>
                </a:path>
                <a:path w="2051685" h="1447800">
                  <a:moveTo>
                    <a:pt x="35750" y="1346200"/>
                  </a:moveTo>
                  <a:lnTo>
                    <a:pt x="6908" y="1346200"/>
                  </a:lnTo>
                  <a:lnTo>
                    <a:pt x="4978" y="1333500"/>
                  </a:lnTo>
                  <a:lnTo>
                    <a:pt x="3225" y="1320800"/>
                  </a:lnTo>
                  <a:lnTo>
                    <a:pt x="29413" y="1320800"/>
                  </a:lnTo>
                  <a:lnTo>
                    <a:pt x="31343" y="1333500"/>
                  </a:lnTo>
                  <a:lnTo>
                    <a:pt x="33185" y="1333500"/>
                  </a:lnTo>
                  <a:lnTo>
                    <a:pt x="35750" y="1346200"/>
                  </a:lnTo>
                  <a:close/>
                </a:path>
                <a:path w="2051685" h="1447800">
                  <a:moveTo>
                    <a:pt x="2044738" y="1346200"/>
                  </a:moveTo>
                  <a:lnTo>
                    <a:pt x="2015896" y="1346200"/>
                  </a:lnTo>
                  <a:lnTo>
                    <a:pt x="2018461" y="1333500"/>
                  </a:lnTo>
                  <a:lnTo>
                    <a:pt x="2020303" y="1333500"/>
                  </a:lnTo>
                  <a:lnTo>
                    <a:pt x="2022233" y="1320800"/>
                  </a:lnTo>
                  <a:lnTo>
                    <a:pt x="2048421" y="1320800"/>
                  </a:lnTo>
                  <a:lnTo>
                    <a:pt x="2046668" y="1333500"/>
                  </a:lnTo>
                  <a:lnTo>
                    <a:pt x="2044738" y="1346200"/>
                  </a:lnTo>
                  <a:close/>
                </a:path>
                <a:path w="2051685" h="1447800">
                  <a:moveTo>
                    <a:pt x="41262" y="1358900"/>
                  </a:moveTo>
                  <a:lnTo>
                    <a:pt x="12115" y="1358900"/>
                  </a:lnTo>
                  <a:lnTo>
                    <a:pt x="9347" y="1346200"/>
                  </a:lnTo>
                  <a:lnTo>
                    <a:pt x="38100" y="1346200"/>
                  </a:lnTo>
                  <a:lnTo>
                    <a:pt x="41262" y="1358900"/>
                  </a:lnTo>
                  <a:close/>
                </a:path>
                <a:path w="2051685" h="1447800">
                  <a:moveTo>
                    <a:pt x="2039518" y="1358900"/>
                  </a:moveTo>
                  <a:lnTo>
                    <a:pt x="2010384" y="1358900"/>
                  </a:lnTo>
                  <a:lnTo>
                    <a:pt x="2013534" y="1346200"/>
                  </a:lnTo>
                  <a:lnTo>
                    <a:pt x="2042299" y="1346200"/>
                  </a:lnTo>
                  <a:lnTo>
                    <a:pt x="2039518" y="1358900"/>
                  </a:lnTo>
                  <a:close/>
                </a:path>
                <a:path w="2051685" h="1447800">
                  <a:moveTo>
                    <a:pt x="47815" y="1371600"/>
                  </a:moveTo>
                  <a:lnTo>
                    <a:pt x="18948" y="1371600"/>
                  </a:lnTo>
                  <a:lnTo>
                    <a:pt x="15493" y="1358900"/>
                  </a:lnTo>
                  <a:lnTo>
                    <a:pt x="44094" y="1358900"/>
                  </a:lnTo>
                  <a:lnTo>
                    <a:pt x="47815" y="1371600"/>
                  </a:lnTo>
                  <a:close/>
                </a:path>
                <a:path w="2051685" h="1447800">
                  <a:moveTo>
                    <a:pt x="2032698" y="1371600"/>
                  </a:moveTo>
                  <a:lnTo>
                    <a:pt x="2003831" y="1371600"/>
                  </a:lnTo>
                  <a:lnTo>
                    <a:pt x="2007552" y="1358900"/>
                  </a:lnTo>
                  <a:lnTo>
                    <a:pt x="2036152" y="1358900"/>
                  </a:lnTo>
                  <a:lnTo>
                    <a:pt x="2032698" y="1371600"/>
                  </a:lnTo>
                  <a:close/>
                </a:path>
                <a:path w="2051685" h="1447800">
                  <a:moveTo>
                    <a:pt x="59461" y="1384300"/>
                  </a:moveTo>
                  <a:lnTo>
                    <a:pt x="26428" y="1384300"/>
                  </a:lnTo>
                  <a:lnTo>
                    <a:pt x="22390" y="1371600"/>
                  </a:lnTo>
                  <a:lnTo>
                    <a:pt x="54965" y="1371600"/>
                  </a:lnTo>
                  <a:lnTo>
                    <a:pt x="59461" y="1384300"/>
                  </a:lnTo>
                  <a:close/>
                </a:path>
                <a:path w="2051685" h="1447800">
                  <a:moveTo>
                    <a:pt x="2025205" y="1384300"/>
                  </a:moveTo>
                  <a:lnTo>
                    <a:pt x="1992185" y="1384300"/>
                  </a:lnTo>
                  <a:lnTo>
                    <a:pt x="1996681" y="1371600"/>
                  </a:lnTo>
                  <a:lnTo>
                    <a:pt x="2029244" y="1371600"/>
                  </a:lnTo>
                  <a:lnTo>
                    <a:pt x="2025205" y="1384300"/>
                  </a:lnTo>
                  <a:close/>
                </a:path>
                <a:path w="2051685" h="1447800">
                  <a:moveTo>
                    <a:pt x="68325" y="1397000"/>
                  </a:moveTo>
                  <a:lnTo>
                    <a:pt x="35369" y="1397000"/>
                  </a:lnTo>
                  <a:lnTo>
                    <a:pt x="30759" y="1384300"/>
                  </a:lnTo>
                  <a:lnTo>
                    <a:pt x="63360" y="1384300"/>
                  </a:lnTo>
                  <a:lnTo>
                    <a:pt x="68325" y="1397000"/>
                  </a:lnTo>
                  <a:close/>
                </a:path>
                <a:path w="2051685" h="1447800">
                  <a:moveTo>
                    <a:pt x="73063" y="1397000"/>
                  </a:moveTo>
                  <a:lnTo>
                    <a:pt x="68325" y="1397000"/>
                  </a:lnTo>
                  <a:lnTo>
                    <a:pt x="67881" y="1384300"/>
                  </a:lnTo>
                  <a:lnTo>
                    <a:pt x="73063" y="1397000"/>
                  </a:lnTo>
                  <a:close/>
                </a:path>
                <a:path w="2051685" h="1447800">
                  <a:moveTo>
                    <a:pt x="1983320" y="1397000"/>
                  </a:moveTo>
                  <a:lnTo>
                    <a:pt x="1978571" y="1397000"/>
                  </a:lnTo>
                  <a:lnTo>
                    <a:pt x="1983765" y="1384300"/>
                  </a:lnTo>
                  <a:lnTo>
                    <a:pt x="1983320" y="1397000"/>
                  </a:lnTo>
                  <a:close/>
                </a:path>
                <a:path w="2051685" h="1447800">
                  <a:moveTo>
                    <a:pt x="2015883" y="1397000"/>
                  </a:moveTo>
                  <a:lnTo>
                    <a:pt x="1983320" y="1397000"/>
                  </a:lnTo>
                  <a:lnTo>
                    <a:pt x="1988286" y="1384300"/>
                  </a:lnTo>
                  <a:lnTo>
                    <a:pt x="2020519" y="1384300"/>
                  </a:lnTo>
                  <a:lnTo>
                    <a:pt x="2015883" y="1397000"/>
                  </a:lnTo>
                  <a:close/>
                </a:path>
                <a:path w="2051685" h="1447800">
                  <a:moveTo>
                    <a:pt x="88430" y="1409700"/>
                  </a:moveTo>
                  <a:lnTo>
                    <a:pt x="45402" y="1409700"/>
                  </a:lnTo>
                  <a:lnTo>
                    <a:pt x="40259" y="1397000"/>
                  </a:lnTo>
                  <a:lnTo>
                    <a:pt x="82626" y="1397000"/>
                  </a:lnTo>
                  <a:lnTo>
                    <a:pt x="88430" y="1409700"/>
                  </a:lnTo>
                  <a:close/>
                </a:path>
                <a:path w="2051685" h="1447800">
                  <a:moveTo>
                    <a:pt x="2006244" y="1409700"/>
                  </a:moveTo>
                  <a:lnTo>
                    <a:pt x="1963216" y="1409700"/>
                  </a:lnTo>
                  <a:lnTo>
                    <a:pt x="1969020" y="1397000"/>
                  </a:lnTo>
                  <a:lnTo>
                    <a:pt x="2011387" y="1397000"/>
                  </a:lnTo>
                  <a:lnTo>
                    <a:pt x="2006244" y="1409700"/>
                  </a:lnTo>
                  <a:close/>
                </a:path>
                <a:path w="2051685" h="1447800">
                  <a:moveTo>
                    <a:pt x="111226" y="1422400"/>
                  </a:moveTo>
                  <a:lnTo>
                    <a:pt x="62306" y="1422400"/>
                  </a:lnTo>
                  <a:lnTo>
                    <a:pt x="56908" y="1409700"/>
                  </a:lnTo>
                  <a:lnTo>
                    <a:pt x="104724" y="1409700"/>
                  </a:lnTo>
                  <a:lnTo>
                    <a:pt x="111226" y="1422400"/>
                  </a:lnTo>
                  <a:close/>
                </a:path>
                <a:path w="2051685" h="1447800">
                  <a:moveTo>
                    <a:pt x="1988845" y="1422400"/>
                  </a:moveTo>
                  <a:lnTo>
                    <a:pt x="1940420" y="1422400"/>
                  </a:lnTo>
                  <a:lnTo>
                    <a:pt x="1946910" y="1409700"/>
                  </a:lnTo>
                  <a:lnTo>
                    <a:pt x="1994738" y="1409700"/>
                  </a:lnTo>
                  <a:lnTo>
                    <a:pt x="1988845" y="1422400"/>
                  </a:lnTo>
                  <a:close/>
                </a:path>
                <a:path w="2051685" h="1447800">
                  <a:moveTo>
                    <a:pt x="1969871" y="1435100"/>
                  </a:moveTo>
                  <a:lnTo>
                    <a:pt x="81229" y="1435100"/>
                  </a:lnTo>
                  <a:lnTo>
                    <a:pt x="74714" y="1422400"/>
                  </a:lnTo>
                  <a:lnTo>
                    <a:pt x="1976399" y="1422400"/>
                  </a:lnTo>
                  <a:lnTo>
                    <a:pt x="1969871" y="1435100"/>
                  </a:lnTo>
                  <a:close/>
                </a:path>
                <a:path w="2051685" h="1447800">
                  <a:moveTo>
                    <a:pt x="1942503" y="1447800"/>
                  </a:moveTo>
                  <a:lnTo>
                    <a:pt x="109740" y="1447800"/>
                  </a:lnTo>
                  <a:lnTo>
                    <a:pt x="102501" y="1435100"/>
                  </a:lnTo>
                  <a:lnTo>
                    <a:pt x="1949145" y="1435100"/>
                  </a:lnTo>
                  <a:lnTo>
                    <a:pt x="1942503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81920" y="2372029"/>
            <a:ext cx="149796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Data </a:t>
            </a:r>
            <a:r>
              <a:rPr sz="1800" spc="-10" dirty="0">
                <a:latin typeface="Trebuchet MS"/>
                <a:cs typeface="Trebuchet MS"/>
              </a:rPr>
              <a:t>Preprocessing</a:t>
            </a:r>
            <a:endParaRPr sz="1800">
              <a:latin typeface="Trebuchet MS"/>
              <a:cs typeface="Trebuchet MS"/>
            </a:endParaRPr>
          </a:p>
          <a:p>
            <a:pPr marL="15875" marR="8890" indent="-635" algn="ctr">
              <a:lnSpc>
                <a:spcPct val="100000"/>
              </a:lnSpc>
              <a:spcBef>
                <a:spcPts val="880"/>
              </a:spcBef>
            </a:pPr>
            <a:r>
              <a:rPr sz="1800" spc="-10" dirty="0">
                <a:latin typeface="Trebuchet MS"/>
                <a:cs typeface="Trebuchet MS"/>
              </a:rPr>
              <a:t>(Cleaning, </a:t>
            </a:r>
            <a:r>
              <a:rPr sz="1800" spc="-40" dirty="0">
                <a:latin typeface="Trebuchet MS"/>
                <a:cs typeface="Trebuchet MS"/>
              </a:rPr>
              <a:t>Normalization)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34584" y="2744723"/>
            <a:ext cx="429895" cy="502920"/>
          </a:xfrm>
          <a:custGeom>
            <a:avLst/>
            <a:gdLst/>
            <a:ahLst/>
            <a:cxnLst/>
            <a:rect l="l" t="t" r="r" b="b"/>
            <a:pathLst>
              <a:path w="429895" h="502919">
                <a:moveTo>
                  <a:pt x="214883" y="502919"/>
                </a:moveTo>
                <a:lnTo>
                  <a:pt x="214883" y="402336"/>
                </a:lnTo>
                <a:lnTo>
                  <a:pt x="0" y="402336"/>
                </a:lnTo>
                <a:lnTo>
                  <a:pt x="0" y="100583"/>
                </a:lnTo>
                <a:lnTo>
                  <a:pt x="214883" y="100583"/>
                </a:lnTo>
                <a:lnTo>
                  <a:pt x="214883" y="0"/>
                </a:lnTo>
                <a:lnTo>
                  <a:pt x="429767" y="251459"/>
                </a:lnTo>
                <a:lnTo>
                  <a:pt x="214883" y="502919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6041834" y="2267902"/>
            <a:ext cx="2051685" cy="1447800"/>
            <a:chOff x="6041834" y="2267902"/>
            <a:chExt cx="2051685" cy="1447800"/>
          </a:xfrm>
        </p:grpSpPr>
        <p:sp>
          <p:nvSpPr>
            <p:cNvPr id="14" name="object 14"/>
            <p:cNvSpPr/>
            <p:nvPr/>
          </p:nvSpPr>
          <p:spPr>
            <a:xfrm>
              <a:off x="6054851" y="2279903"/>
              <a:ext cx="2025650" cy="1431290"/>
            </a:xfrm>
            <a:custGeom>
              <a:avLst/>
              <a:gdLst/>
              <a:ahLst/>
              <a:cxnLst/>
              <a:rect l="l" t="t" r="r" b="b"/>
              <a:pathLst>
                <a:path w="2025650" h="1431289">
                  <a:moveTo>
                    <a:pt x="1882140" y="1431036"/>
                  </a:moveTo>
                  <a:lnTo>
                    <a:pt x="143256" y="1431036"/>
                  </a:lnTo>
                  <a:lnTo>
                    <a:pt x="97788" y="1423892"/>
                  </a:lnTo>
                  <a:lnTo>
                    <a:pt x="58382" y="1403647"/>
                  </a:lnTo>
                  <a:lnTo>
                    <a:pt x="27385" y="1372647"/>
                  </a:lnTo>
                  <a:lnTo>
                    <a:pt x="7142" y="1333242"/>
                  </a:lnTo>
                  <a:lnTo>
                    <a:pt x="0" y="1287780"/>
                  </a:lnTo>
                  <a:lnTo>
                    <a:pt x="0" y="143256"/>
                  </a:lnTo>
                  <a:lnTo>
                    <a:pt x="7142" y="98280"/>
                  </a:lnTo>
                  <a:lnTo>
                    <a:pt x="27385" y="59119"/>
                  </a:lnTo>
                  <a:lnTo>
                    <a:pt x="58382" y="28120"/>
                  </a:lnTo>
                  <a:lnTo>
                    <a:pt x="97788" y="7630"/>
                  </a:lnTo>
                  <a:lnTo>
                    <a:pt x="143256" y="0"/>
                  </a:lnTo>
                  <a:lnTo>
                    <a:pt x="1882140" y="0"/>
                  </a:lnTo>
                  <a:lnTo>
                    <a:pt x="1927712" y="7630"/>
                  </a:lnTo>
                  <a:lnTo>
                    <a:pt x="1967172" y="28120"/>
                  </a:lnTo>
                  <a:lnTo>
                    <a:pt x="1998171" y="59119"/>
                  </a:lnTo>
                  <a:lnTo>
                    <a:pt x="2018362" y="98280"/>
                  </a:lnTo>
                  <a:lnTo>
                    <a:pt x="2025396" y="143256"/>
                  </a:lnTo>
                  <a:lnTo>
                    <a:pt x="2025396" y="1287780"/>
                  </a:lnTo>
                  <a:lnTo>
                    <a:pt x="2018362" y="1333242"/>
                  </a:lnTo>
                  <a:lnTo>
                    <a:pt x="1998171" y="1372647"/>
                  </a:lnTo>
                  <a:lnTo>
                    <a:pt x="1967172" y="1403647"/>
                  </a:lnTo>
                  <a:lnTo>
                    <a:pt x="1927712" y="1423892"/>
                  </a:lnTo>
                  <a:lnTo>
                    <a:pt x="1882140" y="14310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41834" y="2267902"/>
              <a:ext cx="2051685" cy="1447800"/>
            </a:xfrm>
            <a:custGeom>
              <a:avLst/>
              <a:gdLst/>
              <a:ahLst/>
              <a:cxnLst/>
              <a:rect l="l" t="t" r="r" b="b"/>
              <a:pathLst>
                <a:path w="2051684" h="1447800">
                  <a:moveTo>
                    <a:pt x="1963699" y="12700"/>
                  </a:moveTo>
                  <a:lnTo>
                    <a:pt x="87947" y="12700"/>
                  </a:lnTo>
                  <a:lnTo>
                    <a:pt x="94843" y="0"/>
                  </a:lnTo>
                  <a:lnTo>
                    <a:pt x="1956803" y="0"/>
                  </a:lnTo>
                  <a:lnTo>
                    <a:pt x="1963699" y="12700"/>
                  </a:lnTo>
                  <a:close/>
                </a:path>
                <a:path w="2051684" h="1447800">
                  <a:moveTo>
                    <a:pt x="1982736" y="25400"/>
                  </a:moveTo>
                  <a:lnTo>
                    <a:pt x="68922" y="25400"/>
                  </a:lnTo>
                  <a:lnTo>
                    <a:pt x="75247" y="12700"/>
                  </a:lnTo>
                  <a:lnTo>
                    <a:pt x="1976932" y="12700"/>
                  </a:lnTo>
                  <a:lnTo>
                    <a:pt x="1982736" y="25400"/>
                  </a:lnTo>
                  <a:close/>
                </a:path>
                <a:path w="2051684" h="1447800">
                  <a:moveTo>
                    <a:pt x="98971" y="38100"/>
                  </a:moveTo>
                  <a:lnTo>
                    <a:pt x="50800" y="38100"/>
                  </a:lnTo>
                  <a:lnTo>
                    <a:pt x="56908" y="25400"/>
                  </a:lnTo>
                  <a:lnTo>
                    <a:pt x="105308" y="25400"/>
                  </a:lnTo>
                  <a:lnTo>
                    <a:pt x="98971" y="38100"/>
                  </a:lnTo>
                  <a:close/>
                </a:path>
                <a:path w="2051684" h="1447800">
                  <a:moveTo>
                    <a:pt x="2000402" y="38100"/>
                  </a:moveTo>
                  <a:lnTo>
                    <a:pt x="1952688" y="38100"/>
                  </a:lnTo>
                  <a:lnTo>
                    <a:pt x="1946351" y="25400"/>
                  </a:lnTo>
                  <a:lnTo>
                    <a:pt x="1994738" y="25400"/>
                  </a:lnTo>
                  <a:lnTo>
                    <a:pt x="2000402" y="38100"/>
                  </a:lnTo>
                  <a:close/>
                </a:path>
                <a:path w="2051684" h="1447800">
                  <a:moveTo>
                    <a:pt x="77520" y="50800"/>
                  </a:moveTo>
                  <a:lnTo>
                    <a:pt x="40258" y="50800"/>
                  </a:lnTo>
                  <a:lnTo>
                    <a:pt x="45402" y="38100"/>
                  </a:lnTo>
                  <a:lnTo>
                    <a:pt x="83134" y="38100"/>
                  </a:lnTo>
                  <a:lnTo>
                    <a:pt x="77520" y="50800"/>
                  </a:lnTo>
                  <a:close/>
                </a:path>
                <a:path w="2051684" h="1447800">
                  <a:moveTo>
                    <a:pt x="2011387" y="50800"/>
                  </a:moveTo>
                  <a:lnTo>
                    <a:pt x="1974126" y="50800"/>
                  </a:lnTo>
                  <a:lnTo>
                    <a:pt x="1968525" y="38100"/>
                  </a:lnTo>
                  <a:lnTo>
                    <a:pt x="2006244" y="38100"/>
                  </a:lnTo>
                  <a:lnTo>
                    <a:pt x="2011387" y="50800"/>
                  </a:lnTo>
                  <a:close/>
                </a:path>
                <a:path w="2051684" h="1447800">
                  <a:moveTo>
                    <a:pt x="59054" y="63500"/>
                  </a:moveTo>
                  <a:lnTo>
                    <a:pt x="26784" y="63500"/>
                  </a:lnTo>
                  <a:lnTo>
                    <a:pt x="31127" y="50800"/>
                  </a:lnTo>
                  <a:lnTo>
                    <a:pt x="63792" y="50800"/>
                  </a:lnTo>
                  <a:lnTo>
                    <a:pt x="59054" y="63500"/>
                  </a:lnTo>
                  <a:close/>
                </a:path>
                <a:path w="2051684" h="1447800">
                  <a:moveTo>
                    <a:pt x="63360" y="63500"/>
                  </a:moveTo>
                  <a:lnTo>
                    <a:pt x="63792" y="50800"/>
                  </a:lnTo>
                  <a:lnTo>
                    <a:pt x="68325" y="50800"/>
                  </a:lnTo>
                  <a:lnTo>
                    <a:pt x="63360" y="63500"/>
                  </a:lnTo>
                  <a:close/>
                </a:path>
                <a:path w="2051684" h="1447800">
                  <a:moveTo>
                    <a:pt x="1988286" y="63500"/>
                  </a:moveTo>
                  <a:lnTo>
                    <a:pt x="1983320" y="50800"/>
                  </a:lnTo>
                  <a:lnTo>
                    <a:pt x="1987854" y="50800"/>
                  </a:lnTo>
                  <a:lnTo>
                    <a:pt x="1988286" y="63500"/>
                  </a:lnTo>
                  <a:close/>
                </a:path>
                <a:path w="2051684" h="1447800">
                  <a:moveTo>
                    <a:pt x="2024875" y="63500"/>
                  </a:moveTo>
                  <a:lnTo>
                    <a:pt x="1992591" y="63500"/>
                  </a:lnTo>
                  <a:lnTo>
                    <a:pt x="1987854" y="50800"/>
                  </a:lnTo>
                  <a:lnTo>
                    <a:pt x="2020887" y="50800"/>
                  </a:lnTo>
                  <a:lnTo>
                    <a:pt x="2024875" y="63500"/>
                  </a:lnTo>
                  <a:close/>
                </a:path>
                <a:path w="2051684" h="1447800">
                  <a:moveTo>
                    <a:pt x="51104" y="76200"/>
                  </a:moveTo>
                  <a:lnTo>
                    <a:pt x="18948" y="76200"/>
                  </a:lnTo>
                  <a:lnTo>
                    <a:pt x="22402" y="63500"/>
                  </a:lnTo>
                  <a:lnTo>
                    <a:pt x="55346" y="63500"/>
                  </a:lnTo>
                  <a:lnTo>
                    <a:pt x="51104" y="76200"/>
                  </a:lnTo>
                  <a:close/>
                </a:path>
                <a:path w="2051684" h="1447800">
                  <a:moveTo>
                    <a:pt x="2032698" y="76200"/>
                  </a:moveTo>
                  <a:lnTo>
                    <a:pt x="2000542" y="76200"/>
                  </a:lnTo>
                  <a:lnTo>
                    <a:pt x="1996300" y="63500"/>
                  </a:lnTo>
                  <a:lnTo>
                    <a:pt x="2029256" y="63500"/>
                  </a:lnTo>
                  <a:lnTo>
                    <a:pt x="2032698" y="76200"/>
                  </a:lnTo>
                  <a:close/>
                </a:path>
                <a:path w="2051684" h="1447800">
                  <a:moveTo>
                    <a:pt x="40970" y="88900"/>
                  </a:moveTo>
                  <a:lnTo>
                    <a:pt x="12369" y="88900"/>
                  </a:lnTo>
                  <a:lnTo>
                    <a:pt x="15493" y="76200"/>
                  </a:lnTo>
                  <a:lnTo>
                    <a:pt x="44411" y="76200"/>
                  </a:lnTo>
                  <a:lnTo>
                    <a:pt x="40970" y="88900"/>
                  </a:lnTo>
                  <a:close/>
                </a:path>
                <a:path w="2051684" h="1447800">
                  <a:moveTo>
                    <a:pt x="2039289" y="88900"/>
                  </a:moveTo>
                  <a:lnTo>
                    <a:pt x="2010676" y="88900"/>
                  </a:lnTo>
                  <a:lnTo>
                    <a:pt x="2007234" y="76200"/>
                  </a:lnTo>
                  <a:lnTo>
                    <a:pt x="2036152" y="76200"/>
                  </a:lnTo>
                  <a:lnTo>
                    <a:pt x="2039289" y="88900"/>
                  </a:lnTo>
                  <a:close/>
                </a:path>
                <a:path w="2051684" h="1447800">
                  <a:moveTo>
                    <a:pt x="35509" y="101600"/>
                  </a:moveTo>
                  <a:lnTo>
                    <a:pt x="9347" y="101600"/>
                  </a:lnTo>
                  <a:lnTo>
                    <a:pt x="12128" y="88900"/>
                  </a:lnTo>
                  <a:lnTo>
                    <a:pt x="38379" y="88900"/>
                  </a:lnTo>
                  <a:lnTo>
                    <a:pt x="35509" y="101600"/>
                  </a:lnTo>
                  <a:close/>
                </a:path>
                <a:path w="2051684" h="1447800">
                  <a:moveTo>
                    <a:pt x="2042299" y="101600"/>
                  </a:moveTo>
                  <a:lnTo>
                    <a:pt x="2016137" y="101600"/>
                  </a:lnTo>
                  <a:lnTo>
                    <a:pt x="2013280" y="88900"/>
                  </a:lnTo>
                  <a:lnTo>
                    <a:pt x="2039531" y="88900"/>
                  </a:lnTo>
                  <a:lnTo>
                    <a:pt x="2042299" y="101600"/>
                  </a:lnTo>
                  <a:close/>
                </a:path>
                <a:path w="2051684" h="1447800">
                  <a:moveTo>
                    <a:pt x="31153" y="114300"/>
                  </a:moveTo>
                  <a:lnTo>
                    <a:pt x="4978" y="114300"/>
                  </a:lnTo>
                  <a:lnTo>
                    <a:pt x="6908" y="101600"/>
                  </a:lnTo>
                  <a:lnTo>
                    <a:pt x="33400" y="101600"/>
                  </a:lnTo>
                  <a:lnTo>
                    <a:pt x="31153" y="114300"/>
                  </a:lnTo>
                  <a:close/>
                </a:path>
                <a:path w="2051684" h="1447800">
                  <a:moveTo>
                    <a:pt x="2046668" y="114300"/>
                  </a:moveTo>
                  <a:lnTo>
                    <a:pt x="2020493" y="114300"/>
                  </a:lnTo>
                  <a:lnTo>
                    <a:pt x="2018245" y="101600"/>
                  </a:lnTo>
                  <a:lnTo>
                    <a:pt x="2044560" y="101600"/>
                  </a:lnTo>
                  <a:lnTo>
                    <a:pt x="2046668" y="114300"/>
                  </a:lnTo>
                  <a:close/>
                </a:path>
                <a:path w="2051684" h="1447800">
                  <a:moveTo>
                    <a:pt x="28105" y="127000"/>
                  </a:moveTo>
                  <a:lnTo>
                    <a:pt x="1739" y="127000"/>
                  </a:lnTo>
                  <a:lnTo>
                    <a:pt x="3225" y="114300"/>
                  </a:lnTo>
                  <a:lnTo>
                    <a:pt x="29578" y="114300"/>
                  </a:lnTo>
                  <a:lnTo>
                    <a:pt x="28105" y="127000"/>
                  </a:lnTo>
                  <a:close/>
                </a:path>
                <a:path w="2051684" h="1447800">
                  <a:moveTo>
                    <a:pt x="2049906" y="127000"/>
                  </a:moveTo>
                  <a:lnTo>
                    <a:pt x="2023668" y="127000"/>
                  </a:lnTo>
                  <a:lnTo>
                    <a:pt x="2022081" y="114300"/>
                  </a:lnTo>
                  <a:lnTo>
                    <a:pt x="2048548" y="114300"/>
                  </a:lnTo>
                  <a:lnTo>
                    <a:pt x="2049906" y="127000"/>
                  </a:lnTo>
                  <a:close/>
                </a:path>
                <a:path w="2051684" h="1447800">
                  <a:moveTo>
                    <a:pt x="26098" y="139700"/>
                  </a:moveTo>
                  <a:lnTo>
                    <a:pt x="774" y="139700"/>
                  </a:lnTo>
                  <a:lnTo>
                    <a:pt x="838" y="127000"/>
                  </a:lnTo>
                  <a:lnTo>
                    <a:pt x="26936" y="127000"/>
                  </a:lnTo>
                  <a:lnTo>
                    <a:pt x="26098" y="139700"/>
                  </a:lnTo>
                  <a:close/>
                </a:path>
                <a:path w="2051684" h="1447800">
                  <a:moveTo>
                    <a:pt x="2050884" y="139700"/>
                  </a:moveTo>
                  <a:lnTo>
                    <a:pt x="2025611" y="139700"/>
                  </a:lnTo>
                  <a:lnTo>
                    <a:pt x="2024799" y="127000"/>
                  </a:lnTo>
                  <a:lnTo>
                    <a:pt x="2050821" y="127000"/>
                  </a:lnTo>
                  <a:lnTo>
                    <a:pt x="2050884" y="139700"/>
                  </a:lnTo>
                  <a:close/>
                </a:path>
                <a:path w="2051684" h="1447800">
                  <a:moveTo>
                    <a:pt x="26035" y="1308100"/>
                  </a:moveTo>
                  <a:lnTo>
                    <a:pt x="215" y="1308100"/>
                  </a:lnTo>
                  <a:lnTo>
                    <a:pt x="0" y="1295400"/>
                  </a:lnTo>
                  <a:lnTo>
                    <a:pt x="0" y="152400"/>
                  </a:lnTo>
                  <a:lnTo>
                    <a:pt x="190" y="139700"/>
                  </a:lnTo>
                  <a:lnTo>
                    <a:pt x="25577" y="139700"/>
                  </a:lnTo>
                  <a:lnTo>
                    <a:pt x="25387" y="152400"/>
                  </a:lnTo>
                  <a:lnTo>
                    <a:pt x="25387" y="1295400"/>
                  </a:lnTo>
                  <a:lnTo>
                    <a:pt x="25539" y="1295400"/>
                  </a:lnTo>
                  <a:lnTo>
                    <a:pt x="26035" y="1308100"/>
                  </a:lnTo>
                  <a:close/>
                </a:path>
                <a:path w="2051684" h="1447800">
                  <a:moveTo>
                    <a:pt x="2051646" y="1295400"/>
                  </a:moveTo>
                  <a:lnTo>
                    <a:pt x="2026259" y="1295400"/>
                  </a:lnTo>
                  <a:lnTo>
                    <a:pt x="2026259" y="152400"/>
                  </a:lnTo>
                  <a:lnTo>
                    <a:pt x="2026107" y="139700"/>
                  </a:lnTo>
                  <a:lnTo>
                    <a:pt x="2051469" y="139700"/>
                  </a:lnTo>
                  <a:lnTo>
                    <a:pt x="2051646" y="152400"/>
                  </a:lnTo>
                  <a:lnTo>
                    <a:pt x="2051646" y="1295400"/>
                  </a:lnTo>
                  <a:close/>
                </a:path>
                <a:path w="2051684" h="1447800">
                  <a:moveTo>
                    <a:pt x="2049906" y="1320800"/>
                  </a:moveTo>
                  <a:lnTo>
                    <a:pt x="2023541" y="1320800"/>
                  </a:lnTo>
                  <a:lnTo>
                    <a:pt x="2024710" y="1308100"/>
                  </a:lnTo>
                  <a:lnTo>
                    <a:pt x="2025548" y="1308100"/>
                  </a:lnTo>
                  <a:lnTo>
                    <a:pt x="2026069" y="1295400"/>
                  </a:lnTo>
                  <a:lnTo>
                    <a:pt x="2051469" y="1295400"/>
                  </a:lnTo>
                  <a:lnTo>
                    <a:pt x="2050821" y="1308100"/>
                  </a:lnTo>
                  <a:lnTo>
                    <a:pt x="2049906" y="1320800"/>
                  </a:lnTo>
                  <a:close/>
                </a:path>
                <a:path w="2051684" h="1447800">
                  <a:moveTo>
                    <a:pt x="27978" y="1320800"/>
                  </a:moveTo>
                  <a:lnTo>
                    <a:pt x="1739" y="1320800"/>
                  </a:lnTo>
                  <a:lnTo>
                    <a:pt x="774" y="1308100"/>
                  </a:lnTo>
                  <a:lnTo>
                    <a:pt x="26847" y="1308100"/>
                  </a:lnTo>
                  <a:lnTo>
                    <a:pt x="27978" y="1320800"/>
                  </a:lnTo>
                  <a:close/>
                </a:path>
                <a:path w="2051684" h="1447800">
                  <a:moveTo>
                    <a:pt x="35750" y="1346200"/>
                  </a:moveTo>
                  <a:lnTo>
                    <a:pt x="6908" y="1346200"/>
                  </a:lnTo>
                  <a:lnTo>
                    <a:pt x="4978" y="1333500"/>
                  </a:lnTo>
                  <a:lnTo>
                    <a:pt x="3098" y="1320800"/>
                  </a:lnTo>
                  <a:lnTo>
                    <a:pt x="29413" y="1320800"/>
                  </a:lnTo>
                  <a:lnTo>
                    <a:pt x="31343" y="1333500"/>
                  </a:lnTo>
                  <a:lnTo>
                    <a:pt x="33185" y="1333500"/>
                  </a:lnTo>
                  <a:lnTo>
                    <a:pt x="35750" y="1346200"/>
                  </a:lnTo>
                  <a:close/>
                </a:path>
                <a:path w="2051684" h="1447800">
                  <a:moveTo>
                    <a:pt x="2044560" y="1346200"/>
                  </a:moveTo>
                  <a:lnTo>
                    <a:pt x="2015896" y="1346200"/>
                  </a:lnTo>
                  <a:lnTo>
                    <a:pt x="2018461" y="1333500"/>
                  </a:lnTo>
                  <a:lnTo>
                    <a:pt x="2020303" y="1333500"/>
                  </a:lnTo>
                  <a:lnTo>
                    <a:pt x="2022233" y="1320800"/>
                  </a:lnTo>
                  <a:lnTo>
                    <a:pt x="2048421" y="1320800"/>
                  </a:lnTo>
                  <a:lnTo>
                    <a:pt x="2046668" y="1333500"/>
                  </a:lnTo>
                  <a:lnTo>
                    <a:pt x="2044560" y="1346200"/>
                  </a:lnTo>
                  <a:close/>
                </a:path>
                <a:path w="2051684" h="1447800">
                  <a:moveTo>
                    <a:pt x="41262" y="1358900"/>
                  </a:moveTo>
                  <a:lnTo>
                    <a:pt x="12128" y="1358900"/>
                  </a:lnTo>
                  <a:lnTo>
                    <a:pt x="9347" y="1346200"/>
                  </a:lnTo>
                  <a:lnTo>
                    <a:pt x="38112" y="1346200"/>
                  </a:lnTo>
                  <a:lnTo>
                    <a:pt x="41262" y="1358900"/>
                  </a:lnTo>
                  <a:close/>
                </a:path>
                <a:path w="2051684" h="1447800">
                  <a:moveTo>
                    <a:pt x="2039531" y="1358900"/>
                  </a:moveTo>
                  <a:lnTo>
                    <a:pt x="2010384" y="1358900"/>
                  </a:lnTo>
                  <a:lnTo>
                    <a:pt x="2013546" y="1346200"/>
                  </a:lnTo>
                  <a:lnTo>
                    <a:pt x="2042299" y="1346200"/>
                  </a:lnTo>
                  <a:lnTo>
                    <a:pt x="2039531" y="1358900"/>
                  </a:lnTo>
                  <a:close/>
                </a:path>
                <a:path w="2051684" h="1447800">
                  <a:moveTo>
                    <a:pt x="47815" y="1371600"/>
                  </a:moveTo>
                  <a:lnTo>
                    <a:pt x="18948" y="1371600"/>
                  </a:lnTo>
                  <a:lnTo>
                    <a:pt x="15493" y="1358900"/>
                  </a:lnTo>
                  <a:lnTo>
                    <a:pt x="44094" y="1358900"/>
                  </a:lnTo>
                  <a:lnTo>
                    <a:pt x="47815" y="1371600"/>
                  </a:lnTo>
                  <a:close/>
                </a:path>
                <a:path w="2051684" h="1447800">
                  <a:moveTo>
                    <a:pt x="2032698" y="1371600"/>
                  </a:moveTo>
                  <a:lnTo>
                    <a:pt x="2003831" y="1371600"/>
                  </a:lnTo>
                  <a:lnTo>
                    <a:pt x="2007552" y="1358900"/>
                  </a:lnTo>
                  <a:lnTo>
                    <a:pt x="2036152" y="1358900"/>
                  </a:lnTo>
                  <a:lnTo>
                    <a:pt x="2032698" y="1371600"/>
                  </a:lnTo>
                  <a:close/>
                </a:path>
                <a:path w="2051684" h="1447800">
                  <a:moveTo>
                    <a:pt x="59461" y="1384300"/>
                  </a:moveTo>
                  <a:lnTo>
                    <a:pt x="26441" y="1384300"/>
                  </a:lnTo>
                  <a:lnTo>
                    <a:pt x="22402" y="1371600"/>
                  </a:lnTo>
                  <a:lnTo>
                    <a:pt x="54965" y="1371600"/>
                  </a:lnTo>
                  <a:lnTo>
                    <a:pt x="59461" y="1384300"/>
                  </a:lnTo>
                  <a:close/>
                </a:path>
                <a:path w="2051684" h="1447800">
                  <a:moveTo>
                    <a:pt x="2025218" y="1384300"/>
                  </a:moveTo>
                  <a:lnTo>
                    <a:pt x="1992185" y="1384300"/>
                  </a:lnTo>
                  <a:lnTo>
                    <a:pt x="1996681" y="1371600"/>
                  </a:lnTo>
                  <a:lnTo>
                    <a:pt x="2029256" y="1371600"/>
                  </a:lnTo>
                  <a:lnTo>
                    <a:pt x="2025218" y="1384300"/>
                  </a:lnTo>
                  <a:close/>
                </a:path>
                <a:path w="2051684" h="1447800">
                  <a:moveTo>
                    <a:pt x="68325" y="1397000"/>
                  </a:moveTo>
                  <a:lnTo>
                    <a:pt x="35763" y="1397000"/>
                  </a:lnTo>
                  <a:lnTo>
                    <a:pt x="31127" y="1384300"/>
                  </a:lnTo>
                  <a:lnTo>
                    <a:pt x="63360" y="1384300"/>
                  </a:lnTo>
                  <a:lnTo>
                    <a:pt x="68325" y="1397000"/>
                  </a:lnTo>
                  <a:close/>
                </a:path>
                <a:path w="2051684" h="1447800">
                  <a:moveTo>
                    <a:pt x="73075" y="1397000"/>
                  </a:moveTo>
                  <a:lnTo>
                    <a:pt x="68325" y="1397000"/>
                  </a:lnTo>
                  <a:lnTo>
                    <a:pt x="67881" y="1384300"/>
                  </a:lnTo>
                  <a:lnTo>
                    <a:pt x="73075" y="1397000"/>
                  </a:lnTo>
                  <a:close/>
                </a:path>
                <a:path w="2051684" h="1447800">
                  <a:moveTo>
                    <a:pt x="1983320" y="1397000"/>
                  </a:moveTo>
                  <a:lnTo>
                    <a:pt x="1978583" y="1397000"/>
                  </a:lnTo>
                  <a:lnTo>
                    <a:pt x="1983765" y="1384300"/>
                  </a:lnTo>
                  <a:lnTo>
                    <a:pt x="1983320" y="1397000"/>
                  </a:lnTo>
                  <a:close/>
                </a:path>
                <a:path w="2051684" h="1447800">
                  <a:moveTo>
                    <a:pt x="2016277" y="1397000"/>
                  </a:moveTo>
                  <a:lnTo>
                    <a:pt x="1983320" y="1397000"/>
                  </a:lnTo>
                  <a:lnTo>
                    <a:pt x="1988286" y="1384300"/>
                  </a:lnTo>
                  <a:lnTo>
                    <a:pt x="2020887" y="1384300"/>
                  </a:lnTo>
                  <a:lnTo>
                    <a:pt x="2016277" y="1397000"/>
                  </a:lnTo>
                  <a:close/>
                </a:path>
                <a:path w="2051684" h="1447800">
                  <a:moveTo>
                    <a:pt x="88430" y="1409700"/>
                  </a:moveTo>
                  <a:lnTo>
                    <a:pt x="45402" y="1409700"/>
                  </a:lnTo>
                  <a:lnTo>
                    <a:pt x="40258" y="1397000"/>
                  </a:lnTo>
                  <a:lnTo>
                    <a:pt x="82626" y="1397000"/>
                  </a:lnTo>
                  <a:lnTo>
                    <a:pt x="88430" y="1409700"/>
                  </a:lnTo>
                  <a:close/>
                </a:path>
                <a:path w="2051684" h="1447800">
                  <a:moveTo>
                    <a:pt x="2006244" y="1409700"/>
                  </a:moveTo>
                  <a:lnTo>
                    <a:pt x="1963216" y="1409700"/>
                  </a:lnTo>
                  <a:lnTo>
                    <a:pt x="1969020" y="1397000"/>
                  </a:lnTo>
                  <a:lnTo>
                    <a:pt x="2011387" y="1397000"/>
                  </a:lnTo>
                  <a:lnTo>
                    <a:pt x="2006244" y="1409700"/>
                  </a:lnTo>
                  <a:close/>
                </a:path>
                <a:path w="2051684" h="1447800">
                  <a:moveTo>
                    <a:pt x="111226" y="1422400"/>
                  </a:moveTo>
                  <a:lnTo>
                    <a:pt x="62801" y="1422400"/>
                  </a:lnTo>
                  <a:lnTo>
                    <a:pt x="56908" y="1409700"/>
                  </a:lnTo>
                  <a:lnTo>
                    <a:pt x="104736" y="1409700"/>
                  </a:lnTo>
                  <a:lnTo>
                    <a:pt x="111226" y="1422400"/>
                  </a:lnTo>
                  <a:close/>
                </a:path>
                <a:path w="2051684" h="1447800">
                  <a:moveTo>
                    <a:pt x="1989340" y="1422400"/>
                  </a:moveTo>
                  <a:lnTo>
                    <a:pt x="1940420" y="1422400"/>
                  </a:lnTo>
                  <a:lnTo>
                    <a:pt x="1946922" y="1409700"/>
                  </a:lnTo>
                  <a:lnTo>
                    <a:pt x="1994738" y="1409700"/>
                  </a:lnTo>
                  <a:lnTo>
                    <a:pt x="1989340" y="1422400"/>
                  </a:lnTo>
                  <a:close/>
                </a:path>
                <a:path w="2051684" h="1447800">
                  <a:moveTo>
                    <a:pt x="1970417" y="1435100"/>
                  </a:moveTo>
                  <a:lnTo>
                    <a:pt x="81775" y="1435100"/>
                  </a:lnTo>
                  <a:lnTo>
                    <a:pt x="75247" y="1422400"/>
                  </a:lnTo>
                  <a:lnTo>
                    <a:pt x="1976932" y="1422400"/>
                  </a:lnTo>
                  <a:lnTo>
                    <a:pt x="1970417" y="1435100"/>
                  </a:lnTo>
                  <a:close/>
                </a:path>
                <a:path w="2051684" h="1447800">
                  <a:moveTo>
                    <a:pt x="1941906" y="1447800"/>
                  </a:moveTo>
                  <a:lnTo>
                    <a:pt x="109143" y="1447800"/>
                  </a:lnTo>
                  <a:lnTo>
                    <a:pt x="102501" y="1435100"/>
                  </a:lnTo>
                  <a:lnTo>
                    <a:pt x="1949742" y="1435100"/>
                  </a:lnTo>
                  <a:lnTo>
                    <a:pt x="1941906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9616" y="2372029"/>
            <a:ext cx="1776730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277495" indent="63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Feature Engineering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  <a:spcBef>
                <a:spcPts val="880"/>
              </a:spcBef>
            </a:pPr>
            <a:r>
              <a:rPr sz="1800" spc="-20" dirty="0">
                <a:latin typeface="Trebuchet MS"/>
                <a:cs typeface="Trebuchet MS"/>
              </a:rPr>
              <a:t>(Select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Important </a:t>
            </a:r>
            <a:r>
              <a:rPr sz="1800" spc="-10" dirty="0">
                <a:latin typeface="Trebuchet MS"/>
                <a:cs typeface="Trebuchet MS"/>
              </a:rPr>
              <a:t>Metrics)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70747" y="2744723"/>
            <a:ext cx="429895" cy="502920"/>
          </a:xfrm>
          <a:custGeom>
            <a:avLst/>
            <a:gdLst/>
            <a:ahLst/>
            <a:cxnLst/>
            <a:rect l="l" t="t" r="r" b="b"/>
            <a:pathLst>
              <a:path w="429895" h="502919">
                <a:moveTo>
                  <a:pt x="214883" y="502919"/>
                </a:moveTo>
                <a:lnTo>
                  <a:pt x="214883" y="402336"/>
                </a:lnTo>
                <a:lnTo>
                  <a:pt x="0" y="402336"/>
                </a:lnTo>
                <a:lnTo>
                  <a:pt x="0" y="100583"/>
                </a:lnTo>
                <a:lnTo>
                  <a:pt x="214883" y="100583"/>
                </a:lnTo>
                <a:lnTo>
                  <a:pt x="214883" y="0"/>
                </a:lnTo>
                <a:lnTo>
                  <a:pt x="429768" y="251459"/>
                </a:lnTo>
                <a:lnTo>
                  <a:pt x="214883" y="502919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8878595" y="2267902"/>
            <a:ext cx="2051685" cy="1447800"/>
            <a:chOff x="8878595" y="2267902"/>
            <a:chExt cx="2051685" cy="1447800"/>
          </a:xfrm>
        </p:grpSpPr>
        <p:sp>
          <p:nvSpPr>
            <p:cNvPr id="19" name="object 19"/>
            <p:cNvSpPr/>
            <p:nvPr/>
          </p:nvSpPr>
          <p:spPr>
            <a:xfrm>
              <a:off x="8891015" y="2279903"/>
              <a:ext cx="2026920" cy="1431290"/>
            </a:xfrm>
            <a:custGeom>
              <a:avLst/>
              <a:gdLst/>
              <a:ahLst/>
              <a:cxnLst/>
              <a:rect l="l" t="t" r="r" b="b"/>
              <a:pathLst>
                <a:path w="2026920" h="1431289">
                  <a:moveTo>
                    <a:pt x="1883663" y="1431036"/>
                  </a:moveTo>
                  <a:lnTo>
                    <a:pt x="143255" y="1431036"/>
                  </a:lnTo>
                  <a:lnTo>
                    <a:pt x="98074" y="1423892"/>
                  </a:lnTo>
                  <a:lnTo>
                    <a:pt x="58812" y="1403647"/>
                  </a:lnTo>
                  <a:lnTo>
                    <a:pt x="27814" y="1372647"/>
                  </a:lnTo>
                  <a:lnTo>
                    <a:pt x="7428" y="1333242"/>
                  </a:lnTo>
                  <a:lnTo>
                    <a:pt x="0" y="1287780"/>
                  </a:lnTo>
                  <a:lnTo>
                    <a:pt x="0" y="143256"/>
                  </a:lnTo>
                  <a:lnTo>
                    <a:pt x="7428" y="98280"/>
                  </a:lnTo>
                  <a:lnTo>
                    <a:pt x="27814" y="59119"/>
                  </a:lnTo>
                  <a:lnTo>
                    <a:pt x="58812" y="28120"/>
                  </a:lnTo>
                  <a:lnTo>
                    <a:pt x="98074" y="7630"/>
                  </a:lnTo>
                  <a:lnTo>
                    <a:pt x="143255" y="0"/>
                  </a:lnTo>
                  <a:lnTo>
                    <a:pt x="1883663" y="0"/>
                  </a:lnTo>
                  <a:lnTo>
                    <a:pt x="1928796" y="7630"/>
                  </a:lnTo>
                  <a:lnTo>
                    <a:pt x="1968034" y="28120"/>
                  </a:lnTo>
                  <a:lnTo>
                    <a:pt x="1999032" y="59119"/>
                  </a:lnTo>
                  <a:lnTo>
                    <a:pt x="2019442" y="98280"/>
                  </a:lnTo>
                  <a:lnTo>
                    <a:pt x="2026919" y="143256"/>
                  </a:lnTo>
                  <a:lnTo>
                    <a:pt x="2026919" y="1287780"/>
                  </a:lnTo>
                  <a:lnTo>
                    <a:pt x="2019442" y="1333242"/>
                  </a:lnTo>
                  <a:lnTo>
                    <a:pt x="1999032" y="1372647"/>
                  </a:lnTo>
                  <a:lnTo>
                    <a:pt x="1968034" y="1403647"/>
                  </a:lnTo>
                  <a:lnTo>
                    <a:pt x="1928796" y="1423892"/>
                  </a:lnTo>
                  <a:lnTo>
                    <a:pt x="1883663" y="14310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78595" y="2267902"/>
              <a:ext cx="2051685" cy="1447800"/>
            </a:xfrm>
            <a:custGeom>
              <a:avLst/>
              <a:gdLst/>
              <a:ahLst/>
              <a:cxnLst/>
              <a:rect l="l" t="t" r="r" b="b"/>
              <a:pathLst>
                <a:path w="2051684" h="1447800">
                  <a:moveTo>
                    <a:pt x="1963712" y="12700"/>
                  </a:moveTo>
                  <a:lnTo>
                    <a:pt x="87947" y="12700"/>
                  </a:lnTo>
                  <a:lnTo>
                    <a:pt x="94843" y="0"/>
                  </a:lnTo>
                  <a:lnTo>
                    <a:pt x="1956816" y="0"/>
                  </a:lnTo>
                  <a:lnTo>
                    <a:pt x="1963712" y="12700"/>
                  </a:lnTo>
                  <a:close/>
                </a:path>
                <a:path w="2051684" h="1447800">
                  <a:moveTo>
                    <a:pt x="1982736" y="25400"/>
                  </a:moveTo>
                  <a:lnTo>
                    <a:pt x="68922" y="25400"/>
                  </a:lnTo>
                  <a:lnTo>
                    <a:pt x="75247" y="12700"/>
                  </a:lnTo>
                  <a:lnTo>
                    <a:pt x="1976412" y="12700"/>
                  </a:lnTo>
                  <a:lnTo>
                    <a:pt x="1982736" y="25400"/>
                  </a:lnTo>
                  <a:close/>
                </a:path>
                <a:path w="2051684" h="1447800">
                  <a:moveTo>
                    <a:pt x="98971" y="38100"/>
                  </a:moveTo>
                  <a:lnTo>
                    <a:pt x="51257" y="38100"/>
                  </a:lnTo>
                  <a:lnTo>
                    <a:pt x="56908" y="25400"/>
                  </a:lnTo>
                  <a:lnTo>
                    <a:pt x="105308" y="25400"/>
                  </a:lnTo>
                  <a:lnTo>
                    <a:pt x="98971" y="38100"/>
                  </a:lnTo>
                  <a:close/>
                </a:path>
                <a:path w="2051684" h="1447800">
                  <a:moveTo>
                    <a:pt x="2000402" y="38100"/>
                  </a:moveTo>
                  <a:lnTo>
                    <a:pt x="1952688" y="38100"/>
                  </a:lnTo>
                  <a:lnTo>
                    <a:pt x="1946351" y="25400"/>
                  </a:lnTo>
                  <a:lnTo>
                    <a:pt x="1994738" y="25400"/>
                  </a:lnTo>
                  <a:lnTo>
                    <a:pt x="2000402" y="38100"/>
                  </a:lnTo>
                  <a:close/>
                </a:path>
                <a:path w="2051684" h="1447800">
                  <a:moveTo>
                    <a:pt x="77520" y="50800"/>
                  </a:moveTo>
                  <a:lnTo>
                    <a:pt x="40271" y="50800"/>
                  </a:lnTo>
                  <a:lnTo>
                    <a:pt x="45415" y="38100"/>
                  </a:lnTo>
                  <a:lnTo>
                    <a:pt x="83134" y="38100"/>
                  </a:lnTo>
                  <a:lnTo>
                    <a:pt x="77520" y="50800"/>
                  </a:lnTo>
                  <a:close/>
                </a:path>
                <a:path w="2051684" h="1447800">
                  <a:moveTo>
                    <a:pt x="2011387" y="50800"/>
                  </a:moveTo>
                  <a:lnTo>
                    <a:pt x="1974138" y="50800"/>
                  </a:lnTo>
                  <a:lnTo>
                    <a:pt x="1968525" y="38100"/>
                  </a:lnTo>
                  <a:lnTo>
                    <a:pt x="2006244" y="38100"/>
                  </a:lnTo>
                  <a:lnTo>
                    <a:pt x="2011387" y="50800"/>
                  </a:lnTo>
                  <a:close/>
                </a:path>
                <a:path w="2051684" h="1447800">
                  <a:moveTo>
                    <a:pt x="59054" y="63500"/>
                  </a:moveTo>
                  <a:lnTo>
                    <a:pt x="26784" y="63500"/>
                  </a:lnTo>
                  <a:lnTo>
                    <a:pt x="30772" y="50800"/>
                  </a:lnTo>
                  <a:lnTo>
                    <a:pt x="63792" y="50800"/>
                  </a:lnTo>
                  <a:lnTo>
                    <a:pt x="59054" y="63500"/>
                  </a:lnTo>
                  <a:close/>
                </a:path>
                <a:path w="2051684" h="1447800">
                  <a:moveTo>
                    <a:pt x="63360" y="63500"/>
                  </a:moveTo>
                  <a:lnTo>
                    <a:pt x="63792" y="50800"/>
                  </a:lnTo>
                  <a:lnTo>
                    <a:pt x="68338" y="50800"/>
                  </a:lnTo>
                  <a:lnTo>
                    <a:pt x="63360" y="63500"/>
                  </a:lnTo>
                  <a:close/>
                </a:path>
                <a:path w="2051684" h="1447800">
                  <a:moveTo>
                    <a:pt x="1988299" y="63500"/>
                  </a:moveTo>
                  <a:lnTo>
                    <a:pt x="1983320" y="50800"/>
                  </a:lnTo>
                  <a:lnTo>
                    <a:pt x="1987867" y="50800"/>
                  </a:lnTo>
                  <a:lnTo>
                    <a:pt x="1988299" y="63500"/>
                  </a:lnTo>
                  <a:close/>
                </a:path>
                <a:path w="2051684" h="1447800">
                  <a:moveTo>
                    <a:pt x="2024875" y="63500"/>
                  </a:moveTo>
                  <a:lnTo>
                    <a:pt x="1992604" y="63500"/>
                  </a:lnTo>
                  <a:lnTo>
                    <a:pt x="1987867" y="50800"/>
                  </a:lnTo>
                  <a:lnTo>
                    <a:pt x="2020887" y="50800"/>
                  </a:lnTo>
                  <a:lnTo>
                    <a:pt x="2024875" y="63500"/>
                  </a:lnTo>
                  <a:close/>
                </a:path>
                <a:path w="2051684" h="1447800">
                  <a:moveTo>
                    <a:pt x="51104" y="76200"/>
                  </a:moveTo>
                  <a:lnTo>
                    <a:pt x="18656" y="76200"/>
                  </a:lnTo>
                  <a:lnTo>
                    <a:pt x="22402" y="63500"/>
                  </a:lnTo>
                  <a:lnTo>
                    <a:pt x="55359" y="63500"/>
                  </a:lnTo>
                  <a:lnTo>
                    <a:pt x="51104" y="76200"/>
                  </a:lnTo>
                  <a:close/>
                </a:path>
                <a:path w="2051684" h="1447800">
                  <a:moveTo>
                    <a:pt x="2032698" y="76200"/>
                  </a:moveTo>
                  <a:lnTo>
                    <a:pt x="2000554" y="76200"/>
                  </a:lnTo>
                  <a:lnTo>
                    <a:pt x="1996300" y="63500"/>
                  </a:lnTo>
                  <a:lnTo>
                    <a:pt x="2029256" y="63500"/>
                  </a:lnTo>
                  <a:lnTo>
                    <a:pt x="2032698" y="76200"/>
                  </a:lnTo>
                  <a:close/>
                </a:path>
                <a:path w="2051684" h="1447800">
                  <a:moveTo>
                    <a:pt x="40970" y="88900"/>
                  </a:moveTo>
                  <a:lnTo>
                    <a:pt x="12369" y="88900"/>
                  </a:lnTo>
                  <a:lnTo>
                    <a:pt x="15506" y="76200"/>
                  </a:lnTo>
                  <a:lnTo>
                    <a:pt x="44424" y="76200"/>
                  </a:lnTo>
                  <a:lnTo>
                    <a:pt x="40970" y="88900"/>
                  </a:lnTo>
                  <a:close/>
                </a:path>
                <a:path w="2051684" h="1447800">
                  <a:moveTo>
                    <a:pt x="2039289" y="88900"/>
                  </a:moveTo>
                  <a:lnTo>
                    <a:pt x="2010676" y="88900"/>
                  </a:lnTo>
                  <a:lnTo>
                    <a:pt x="2007235" y="76200"/>
                  </a:lnTo>
                  <a:lnTo>
                    <a:pt x="2036152" y="76200"/>
                  </a:lnTo>
                  <a:lnTo>
                    <a:pt x="2039289" y="88900"/>
                  </a:lnTo>
                  <a:close/>
                </a:path>
                <a:path w="2051684" h="1447800">
                  <a:moveTo>
                    <a:pt x="35509" y="101600"/>
                  </a:moveTo>
                  <a:lnTo>
                    <a:pt x="9347" y="101600"/>
                  </a:lnTo>
                  <a:lnTo>
                    <a:pt x="12128" y="88900"/>
                  </a:lnTo>
                  <a:lnTo>
                    <a:pt x="38379" y="88900"/>
                  </a:lnTo>
                  <a:lnTo>
                    <a:pt x="35509" y="101600"/>
                  </a:lnTo>
                  <a:close/>
                </a:path>
                <a:path w="2051684" h="1447800">
                  <a:moveTo>
                    <a:pt x="2042312" y="101600"/>
                  </a:moveTo>
                  <a:lnTo>
                    <a:pt x="2016150" y="101600"/>
                  </a:lnTo>
                  <a:lnTo>
                    <a:pt x="2013280" y="88900"/>
                  </a:lnTo>
                  <a:lnTo>
                    <a:pt x="2039531" y="88900"/>
                  </a:lnTo>
                  <a:lnTo>
                    <a:pt x="2042312" y="101600"/>
                  </a:lnTo>
                  <a:close/>
                </a:path>
                <a:path w="2051684" h="1447800">
                  <a:moveTo>
                    <a:pt x="31165" y="114300"/>
                  </a:moveTo>
                  <a:lnTo>
                    <a:pt x="4825" y="114300"/>
                  </a:lnTo>
                  <a:lnTo>
                    <a:pt x="6908" y="101600"/>
                  </a:lnTo>
                  <a:lnTo>
                    <a:pt x="33413" y="101600"/>
                  </a:lnTo>
                  <a:lnTo>
                    <a:pt x="31165" y="114300"/>
                  </a:lnTo>
                  <a:close/>
                </a:path>
                <a:path w="2051684" h="1447800">
                  <a:moveTo>
                    <a:pt x="2046833" y="114300"/>
                  </a:moveTo>
                  <a:lnTo>
                    <a:pt x="2020493" y="114300"/>
                  </a:lnTo>
                  <a:lnTo>
                    <a:pt x="2018245" y="101600"/>
                  </a:lnTo>
                  <a:lnTo>
                    <a:pt x="2044750" y="101600"/>
                  </a:lnTo>
                  <a:lnTo>
                    <a:pt x="2046833" y="114300"/>
                  </a:lnTo>
                  <a:close/>
                </a:path>
                <a:path w="2051684" h="1447800">
                  <a:moveTo>
                    <a:pt x="27978" y="127000"/>
                  </a:moveTo>
                  <a:lnTo>
                    <a:pt x="1841" y="127000"/>
                  </a:lnTo>
                  <a:lnTo>
                    <a:pt x="3225" y="114300"/>
                  </a:lnTo>
                  <a:lnTo>
                    <a:pt x="29578" y="114300"/>
                  </a:lnTo>
                  <a:lnTo>
                    <a:pt x="27978" y="127000"/>
                  </a:lnTo>
                  <a:close/>
                </a:path>
                <a:path w="2051684" h="1447800">
                  <a:moveTo>
                    <a:pt x="2049818" y="127000"/>
                  </a:moveTo>
                  <a:lnTo>
                    <a:pt x="2023681" y="127000"/>
                  </a:lnTo>
                  <a:lnTo>
                    <a:pt x="2022081" y="114300"/>
                  </a:lnTo>
                  <a:lnTo>
                    <a:pt x="2048560" y="114300"/>
                  </a:lnTo>
                  <a:lnTo>
                    <a:pt x="2049818" y="127000"/>
                  </a:lnTo>
                  <a:close/>
                </a:path>
                <a:path w="2051684" h="1447800">
                  <a:moveTo>
                    <a:pt x="26098" y="139700"/>
                  </a:moveTo>
                  <a:lnTo>
                    <a:pt x="774" y="139700"/>
                  </a:lnTo>
                  <a:lnTo>
                    <a:pt x="838" y="127000"/>
                  </a:lnTo>
                  <a:lnTo>
                    <a:pt x="26949" y="127000"/>
                  </a:lnTo>
                  <a:lnTo>
                    <a:pt x="26098" y="139700"/>
                  </a:lnTo>
                  <a:close/>
                </a:path>
                <a:path w="2051684" h="1447800">
                  <a:moveTo>
                    <a:pt x="2050884" y="139700"/>
                  </a:moveTo>
                  <a:lnTo>
                    <a:pt x="2025624" y="139700"/>
                  </a:lnTo>
                  <a:lnTo>
                    <a:pt x="2024811" y="127000"/>
                  </a:lnTo>
                  <a:lnTo>
                    <a:pt x="2050821" y="127000"/>
                  </a:lnTo>
                  <a:lnTo>
                    <a:pt x="2050884" y="139700"/>
                  </a:lnTo>
                  <a:close/>
                </a:path>
                <a:path w="2051684" h="1447800">
                  <a:moveTo>
                    <a:pt x="26035" y="1308100"/>
                  </a:moveTo>
                  <a:lnTo>
                    <a:pt x="215" y="1308100"/>
                  </a:lnTo>
                  <a:lnTo>
                    <a:pt x="0" y="1295400"/>
                  </a:lnTo>
                  <a:lnTo>
                    <a:pt x="0" y="152400"/>
                  </a:lnTo>
                  <a:lnTo>
                    <a:pt x="190" y="139700"/>
                  </a:lnTo>
                  <a:lnTo>
                    <a:pt x="25577" y="139700"/>
                  </a:lnTo>
                  <a:lnTo>
                    <a:pt x="25400" y="152400"/>
                  </a:lnTo>
                  <a:lnTo>
                    <a:pt x="25400" y="1295400"/>
                  </a:lnTo>
                  <a:lnTo>
                    <a:pt x="25552" y="1295400"/>
                  </a:lnTo>
                  <a:lnTo>
                    <a:pt x="26035" y="1308100"/>
                  </a:lnTo>
                  <a:close/>
                </a:path>
                <a:path w="2051684" h="1447800">
                  <a:moveTo>
                    <a:pt x="2051659" y="1295400"/>
                  </a:moveTo>
                  <a:lnTo>
                    <a:pt x="2026259" y="1295400"/>
                  </a:lnTo>
                  <a:lnTo>
                    <a:pt x="2026259" y="152400"/>
                  </a:lnTo>
                  <a:lnTo>
                    <a:pt x="2026107" y="139700"/>
                  </a:lnTo>
                  <a:lnTo>
                    <a:pt x="2051469" y="139700"/>
                  </a:lnTo>
                  <a:lnTo>
                    <a:pt x="2051659" y="152400"/>
                  </a:lnTo>
                  <a:lnTo>
                    <a:pt x="2051659" y="1295400"/>
                  </a:lnTo>
                  <a:close/>
                </a:path>
                <a:path w="2051684" h="1447800">
                  <a:moveTo>
                    <a:pt x="2049818" y="1320800"/>
                  </a:moveTo>
                  <a:lnTo>
                    <a:pt x="2023554" y="1320800"/>
                  </a:lnTo>
                  <a:lnTo>
                    <a:pt x="2024710" y="1308100"/>
                  </a:lnTo>
                  <a:lnTo>
                    <a:pt x="2025561" y="1308100"/>
                  </a:lnTo>
                  <a:lnTo>
                    <a:pt x="2026081" y="1295400"/>
                  </a:lnTo>
                  <a:lnTo>
                    <a:pt x="2051469" y="1295400"/>
                  </a:lnTo>
                  <a:lnTo>
                    <a:pt x="2050821" y="1308100"/>
                  </a:lnTo>
                  <a:lnTo>
                    <a:pt x="2049818" y="1320800"/>
                  </a:lnTo>
                  <a:close/>
                </a:path>
                <a:path w="2051684" h="1447800">
                  <a:moveTo>
                    <a:pt x="28105" y="1320800"/>
                  </a:moveTo>
                  <a:lnTo>
                    <a:pt x="1841" y="1320800"/>
                  </a:lnTo>
                  <a:lnTo>
                    <a:pt x="774" y="1308100"/>
                  </a:lnTo>
                  <a:lnTo>
                    <a:pt x="26847" y="1308100"/>
                  </a:lnTo>
                  <a:lnTo>
                    <a:pt x="28105" y="1320800"/>
                  </a:lnTo>
                  <a:close/>
                </a:path>
                <a:path w="2051684" h="1447800">
                  <a:moveTo>
                    <a:pt x="35750" y="1346200"/>
                  </a:moveTo>
                  <a:lnTo>
                    <a:pt x="6908" y="1346200"/>
                  </a:lnTo>
                  <a:lnTo>
                    <a:pt x="4825" y="1333500"/>
                  </a:lnTo>
                  <a:lnTo>
                    <a:pt x="3098" y="1320800"/>
                  </a:lnTo>
                  <a:lnTo>
                    <a:pt x="29425" y="1320800"/>
                  </a:lnTo>
                  <a:lnTo>
                    <a:pt x="31343" y="1333500"/>
                  </a:lnTo>
                  <a:lnTo>
                    <a:pt x="33197" y="1333500"/>
                  </a:lnTo>
                  <a:lnTo>
                    <a:pt x="35750" y="1346200"/>
                  </a:lnTo>
                  <a:close/>
                </a:path>
                <a:path w="2051684" h="1447800">
                  <a:moveTo>
                    <a:pt x="2044750" y="1346200"/>
                  </a:moveTo>
                  <a:lnTo>
                    <a:pt x="2015896" y="1346200"/>
                  </a:lnTo>
                  <a:lnTo>
                    <a:pt x="2018461" y="1333500"/>
                  </a:lnTo>
                  <a:lnTo>
                    <a:pt x="2020316" y="1333500"/>
                  </a:lnTo>
                  <a:lnTo>
                    <a:pt x="2022233" y="1320800"/>
                  </a:lnTo>
                  <a:lnTo>
                    <a:pt x="2048433" y="1320800"/>
                  </a:lnTo>
                  <a:lnTo>
                    <a:pt x="2046833" y="1333500"/>
                  </a:lnTo>
                  <a:lnTo>
                    <a:pt x="2044750" y="1346200"/>
                  </a:lnTo>
                  <a:close/>
                </a:path>
                <a:path w="2051684" h="1447800">
                  <a:moveTo>
                    <a:pt x="41275" y="1358900"/>
                  </a:moveTo>
                  <a:lnTo>
                    <a:pt x="12128" y="1358900"/>
                  </a:lnTo>
                  <a:lnTo>
                    <a:pt x="9347" y="1346200"/>
                  </a:lnTo>
                  <a:lnTo>
                    <a:pt x="38112" y="1346200"/>
                  </a:lnTo>
                  <a:lnTo>
                    <a:pt x="41275" y="1358900"/>
                  </a:lnTo>
                  <a:close/>
                </a:path>
                <a:path w="2051684" h="1447800">
                  <a:moveTo>
                    <a:pt x="2039531" y="1358900"/>
                  </a:moveTo>
                  <a:lnTo>
                    <a:pt x="2010384" y="1358900"/>
                  </a:lnTo>
                  <a:lnTo>
                    <a:pt x="2013546" y="1346200"/>
                  </a:lnTo>
                  <a:lnTo>
                    <a:pt x="2042312" y="1346200"/>
                  </a:lnTo>
                  <a:lnTo>
                    <a:pt x="2039531" y="1358900"/>
                  </a:lnTo>
                  <a:close/>
                </a:path>
                <a:path w="2051684" h="1447800">
                  <a:moveTo>
                    <a:pt x="47828" y="1371600"/>
                  </a:moveTo>
                  <a:lnTo>
                    <a:pt x="18656" y="1371600"/>
                  </a:lnTo>
                  <a:lnTo>
                    <a:pt x="15506" y="1358900"/>
                  </a:lnTo>
                  <a:lnTo>
                    <a:pt x="44107" y="1358900"/>
                  </a:lnTo>
                  <a:lnTo>
                    <a:pt x="47828" y="1371600"/>
                  </a:lnTo>
                  <a:close/>
                </a:path>
                <a:path w="2051684" h="1447800">
                  <a:moveTo>
                    <a:pt x="2032698" y="1371600"/>
                  </a:moveTo>
                  <a:lnTo>
                    <a:pt x="2003831" y="1371600"/>
                  </a:lnTo>
                  <a:lnTo>
                    <a:pt x="2007552" y="1358900"/>
                  </a:lnTo>
                  <a:lnTo>
                    <a:pt x="2036152" y="1358900"/>
                  </a:lnTo>
                  <a:lnTo>
                    <a:pt x="2032698" y="1371600"/>
                  </a:lnTo>
                  <a:close/>
                </a:path>
                <a:path w="2051684" h="1447800">
                  <a:moveTo>
                    <a:pt x="59461" y="1384300"/>
                  </a:moveTo>
                  <a:lnTo>
                    <a:pt x="26441" y="1384300"/>
                  </a:lnTo>
                  <a:lnTo>
                    <a:pt x="22402" y="1371600"/>
                  </a:lnTo>
                  <a:lnTo>
                    <a:pt x="54965" y="1371600"/>
                  </a:lnTo>
                  <a:lnTo>
                    <a:pt x="59461" y="1384300"/>
                  </a:lnTo>
                  <a:close/>
                </a:path>
                <a:path w="2051684" h="1447800">
                  <a:moveTo>
                    <a:pt x="2025218" y="1384300"/>
                  </a:moveTo>
                  <a:lnTo>
                    <a:pt x="1992198" y="1384300"/>
                  </a:lnTo>
                  <a:lnTo>
                    <a:pt x="1996694" y="1371600"/>
                  </a:lnTo>
                  <a:lnTo>
                    <a:pt x="2029256" y="1371600"/>
                  </a:lnTo>
                  <a:lnTo>
                    <a:pt x="2025218" y="1384300"/>
                  </a:lnTo>
                  <a:close/>
                </a:path>
                <a:path w="2051684" h="1447800">
                  <a:moveTo>
                    <a:pt x="68338" y="1397000"/>
                  </a:moveTo>
                  <a:lnTo>
                    <a:pt x="35763" y="1397000"/>
                  </a:lnTo>
                  <a:lnTo>
                    <a:pt x="30772" y="1384300"/>
                  </a:lnTo>
                  <a:lnTo>
                    <a:pt x="63360" y="1384300"/>
                  </a:lnTo>
                  <a:lnTo>
                    <a:pt x="68338" y="1397000"/>
                  </a:lnTo>
                  <a:close/>
                </a:path>
                <a:path w="2051684" h="1447800">
                  <a:moveTo>
                    <a:pt x="73075" y="1397000"/>
                  </a:moveTo>
                  <a:lnTo>
                    <a:pt x="68338" y="1397000"/>
                  </a:lnTo>
                  <a:lnTo>
                    <a:pt x="67881" y="1384300"/>
                  </a:lnTo>
                  <a:lnTo>
                    <a:pt x="73075" y="1397000"/>
                  </a:lnTo>
                  <a:close/>
                </a:path>
                <a:path w="2051684" h="1447800">
                  <a:moveTo>
                    <a:pt x="1983320" y="1397000"/>
                  </a:moveTo>
                  <a:lnTo>
                    <a:pt x="1978583" y="1397000"/>
                  </a:lnTo>
                  <a:lnTo>
                    <a:pt x="1983778" y="1384300"/>
                  </a:lnTo>
                  <a:lnTo>
                    <a:pt x="1983320" y="1397000"/>
                  </a:lnTo>
                  <a:close/>
                </a:path>
                <a:path w="2051684" h="1447800">
                  <a:moveTo>
                    <a:pt x="2016277" y="1397000"/>
                  </a:moveTo>
                  <a:lnTo>
                    <a:pt x="1983320" y="1397000"/>
                  </a:lnTo>
                  <a:lnTo>
                    <a:pt x="1988299" y="1384300"/>
                  </a:lnTo>
                  <a:lnTo>
                    <a:pt x="2020887" y="1384300"/>
                  </a:lnTo>
                  <a:lnTo>
                    <a:pt x="2016277" y="1397000"/>
                  </a:lnTo>
                  <a:close/>
                </a:path>
                <a:path w="2051684" h="1447800">
                  <a:moveTo>
                    <a:pt x="88430" y="1409700"/>
                  </a:moveTo>
                  <a:lnTo>
                    <a:pt x="45415" y="1409700"/>
                  </a:lnTo>
                  <a:lnTo>
                    <a:pt x="40271" y="1397000"/>
                  </a:lnTo>
                  <a:lnTo>
                    <a:pt x="82626" y="1397000"/>
                  </a:lnTo>
                  <a:lnTo>
                    <a:pt x="88430" y="1409700"/>
                  </a:lnTo>
                  <a:close/>
                </a:path>
                <a:path w="2051684" h="1447800">
                  <a:moveTo>
                    <a:pt x="2006244" y="1409700"/>
                  </a:moveTo>
                  <a:lnTo>
                    <a:pt x="1963229" y="1409700"/>
                  </a:lnTo>
                  <a:lnTo>
                    <a:pt x="1969033" y="1397000"/>
                  </a:lnTo>
                  <a:lnTo>
                    <a:pt x="2011387" y="1397000"/>
                  </a:lnTo>
                  <a:lnTo>
                    <a:pt x="2006244" y="1409700"/>
                  </a:lnTo>
                  <a:close/>
                </a:path>
                <a:path w="2051684" h="1447800">
                  <a:moveTo>
                    <a:pt x="111226" y="1422400"/>
                  </a:moveTo>
                  <a:lnTo>
                    <a:pt x="62801" y="1422400"/>
                  </a:lnTo>
                  <a:lnTo>
                    <a:pt x="56908" y="1409700"/>
                  </a:lnTo>
                  <a:lnTo>
                    <a:pt x="104736" y="1409700"/>
                  </a:lnTo>
                  <a:lnTo>
                    <a:pt x="111226" y="1422400"/>
                  </a:lnTo>
                  <a:close/>
                </a:path>
                <a:path w="2051684" h="1447800">
                  <a:moveTo>
                    <a:pt x="1988858" y="1422400"/>
                  </a:moveTo>
                  <a:lnTo>
                    <a:pt x="1940420" y="1422400"/>
                  </a:lnTo>
                  <a:lnTo>
                    <a:pt x="1946922" y="1409700"/>
                  </a:lnTo>
                  <a:lnTo>
                    <a:pt x="1994738" y="1409700"/>
                  </a:lnTo>
                  <a:lnTo>
                    <a:pt x="1988858" y="1422400"/>
                  </a:lnTo>
                  <a:close/>
                </a:path>
                <a:path w="2051684" h="1447800">
                  <a:moveTo>
                    <a:pt x="1970417" y="1435100"/>
                  </a:moveTo>
                  <a:lnTo>
                    <a:pt x="81241" y="1435100"/>
                  </a:lnTo>
                  <a:lnTo>
                    <a:pt x="75247" y="1422400"/>
                  </a:lnTo>
                  <a:lnTo>
                    <a:pt x="1976412" y="1422400"/>
                  </a:lnTo>
                  <a:lnTo>
                    <a:pt x="1970417" y="1435100"/>
                  </a:lnTo>
                  <a:close/>
                </a:path>
                <a:path w="2051684" h="1447800">
                  <a:moveTo>
                    <a:pt x="1941906" y="1447800"/>
                  </a:moveTo>
                  <a:lnTo>
                    <a:pt x="109753" y="1447800"/>
                  </a:lnTo>
                  <a:lnTo>
                    <a:pt x="102501" y="1435100"/>
                  </a:lnTo>
                  <a:lnTo>
                    <a:pt x="1949157" y="1435100"/>
                  </a:lnTo>
                  <a:lnTo>
                    <a:pt x="1941906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233548" y="2397430"/>
            <a:ext cx="1341120" cy="107188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800" spc="-10" dirty="0">
                <a:latin typeface="Trebuchet MS"/>
                <a:cs typeface="Trebuchet MS"/>
              </a:rPr>
              <a:t>Autoencoder</a:t>
            </a:r>
            <a:endParaRPr sz="1800">
              <a:latin typeface="Trebuchet MS"/>
              <a:cs typeface="Trebuchet MS"/>
            </a:endParaRPr>
          </a:p>
          <a:p>
            <a:pPr marL="198120" marR="190500" algn="ctr">
              <a:lnSpc>
                <a:spcPct val="100000"/>
              </a:lnSpc>
              <a:spcBef>
                <a:spcPts val="880"/>
              </a:spcBef>
            </a:pPr>
            <a:r>
              <a:rPr sz="1800" spc="-10" dirty="0">
                <a:latin typeface="Trebuchet MS"/>
                <a:cs typeface="Trebuchet MS"/>
              </a:rPr>
              <a:t>(Feature </a:t>
            </a:r>
            <a:r>
              <a:rPr sz="1800" spc="-30" dirty="0">
                <a:latin typeface="Trebuchet MS"/>
                <a:cs typeface="Trebuchet MS"/>
              </a:rPr>
              <a:t>Learning)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740937" y="3911600"/>
            <a:ext cx="581025" cy="600710"/>
            <a:chOff x="9740937" y="3911600"/>
            <a:chExt cx="581025" cy="600710"/>
          </a:xfrm>
        </p:grpSpPr>
        <p:sp>
          <p:nvSpPr>
            <p:cNvPr id="23" name="object 23"/>
            <p:cNvSpPr/>
            <p:nvPr/>
          </p:nvSpPr>
          <p:spPr>
            <a:xfrm>
              <a:off x="9753599" y="3924300"/>
              <a:ext cx="556260" cy="576580"/>
            </a:xfrm>
            <a:custGeom>
              <a:avLst/>
              <a:gdLst/>
              <a:ahLst/>
              <a:cxnLst/>
              <a:rect l="l" t="t" r="r" b="b"/>
              <a:pathLst>
                <a:path w="556259" h="576579">
                  <a:moveTo>
                    <a:pt x="277368" y="576072"/>
                  </a:moveTo>
                  <a:lnTo>
                    <a:pt x="0" y="297179"/>
                  </a:lnTo>
                  <a:lnTo>
                    <a:pt x="138683" y="297179"/>
                  </a:lnTo>
                  <a:lnTo>
                    <a:pt x="138683" y="0"/>
                  </a:lnTo>
                  <a:lnTo>
                    <a:pt x="416051" y="0"/>
                  </a:lnTo>
                  <a:lnTo>
                    <a:pt x="416051" y="297179"/>
                  </a:lnTo>
                  <a:lnTo>
                    <a:pt x="556259" y="297179"/>
                  </a:lnTo>
                  <a:lnTo>
                    <a:pt x="277368" y="576072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40937" y="3911600"/>
              <a:ext cx="581025" cy="600710"/>
            </a:xfrm>
            <a:custGeom>
              <a:avLst/>
              <a:gdLst/>
              <a:ahLst/>
              <a:cxnLst/>
              <a:rect l="l" t="t" r="r" b="b"/>
              <a:pathLst>
                <a:path w="581025" h="600710">
                  <a:moveTo>
                    <a:pt x="138874" y="310197"/>
                  </a:moveTo>
                  <a:lnTo>
                    <a:pt x="138874" y="12700"/>
                  </a:lnTo>
                  <a:lnTo>
                    <a:pt x="139115" y="10223"/>
                  </a:lnTo>
                  <a:lnTo>
                    <a:pt x="151574" y="0"/>
                  </a:lnTo>
                  <a:lnTo>
                    <a:pt x="429374" y="0"/>
                  </a:lnTo>
                  <a:lnTo>
                    <a:pt x="442074" y="12700"/>
                  </a:lnTo>
                  <a:lnTo>
                    <a:pt x="164274" y="12700"/>
                  </a:lnTo>
                  <a:lnTo>
                    <a:pt x="151574" y="25400"/>
                  </a:lnTo>
                  <a:lnTo>
                    <a:pt x="164274" y="25400"/>
                  </a:lnTo>
                  <a:lnTo>
                    <a:pt x="164274" y="297497"/>
                  </a:lnTo>
                  <a:lnTo>
                    <a:pt x="151574" y="297497"/>
                  </a:lnTo>
                  <a:lnTo>
                    <a:pt x="138874" y="310197"/>
                  </a:lnTo>
                  <a:close/>
                </a:path>
                <a:path w="581025" h="600710">
                  <a:moveTo>
                    <a:pt x="164274" y="25400"/>
                  </a:moveTo>
                  <a:lnTo>
                    <a:pt x="151574" y="25400"/>
                  </a:lnTo>
                  <a:lnTo>
                    <a:pt x="164274" y="12700"/>
                  </a:lnTo>
                  <a:lnTo>
                    <a:pt x="164274" y="25400"/>
                  </a:lnTo>
                  <a:close/>
                </a:path>
                <a:path w="581025" h="600710">
                  <a:moveTo>
                    <a:pt x="416674" y="25400"/>
                  </a:moveTo>
                  <a:lnTo>
                    <a:pt x="164274" y="25400"/>
                  </a:lnTo>
                  <a:lnTo>
                    <a:pt x="164274" y="12700"/>
                  </a:lnTo>
                  <a:lnTo>
                    <a:pt x="416674" y="12700"/>
                  </a:lnTo>
                  <a:lnTo>
                    <a:pt x="416674" y="25400"/>
                  </a:lnTo>
                  <a:close/>
                </a:path>
                <a:path w="581025" h="600710">
                  <a:moveTo>
                    <a:pt x="537629" y="322897"/>
                  </a:moveTo>
                  <a:lnTo>
                    <a:pt x="429374" y="322897"/>
                  </a:lnTo>
                  <a:lnTo>
                    <a:pt x="426897" y="322656"/>
                  </a:lnTo>
                  <a:lnTo>
                    <a:pt x="416674" y="310197"/>
                  </a:lnTo>
                  <a:lnTo>
                    <a:pt x="416674" y="12700"/>
                  </a:lnTo>
                  <a:lnTo>
                    <a:pt x="429374" y="25400"/>
                  </a:lnTo>
                  <a:lnTo>
                    <a:pt x="442074" y="25400"/>
                  </a:lnTo>
                  <a:lnTo>
                    <a:pt x="442074" y="297497"/>
                  </a:lnTo>
                  <a:lnTo>
                    <a:pt x="429374" y="297497"/>
                  </a:lnTo>
                  <a:lnTo>
                    <a:pt x="442074" y="310197"/>
                  </a:lnTo>
                  <a:lnTo>
                    <a:pt x="550329" y="310197"/>
                  </a:lnTo>
                  <a:lnTo>
                    <a:pt x="537629" y="322897"/>
                  </a:lnTo>
                  <a:close/>
                </a:path>
                <a:path w="581025" h="600710">
                  <a:moveTo>
                    <a:pt x="442074" y="25400"/>
                  </a:moveTo>
                  <a:lnTo>
                    <a:pt x="429374" y="25400"/>
                  </a:lnTo>
                  <a:lnTo>
                    <a:pt x="416674" y="12700"/>
                  </a:lnTo>
                  <a:lnTo>
                    <a:pt x="442074" y="12700"/>
                  </a:lnTo>
                  <a:lnTo>
                    <a:pt x="442074" y="25400"/>
                  </a:lnTo>
                  <a:close/>
                </a:path>
                <a:path w="581025" h="600710">
                  <a:moveTo>
                    <a:pt x="290474" y="600710"/>
                  </a:moveTo>
                  <a:lnTo>
                    <a:pt x="3682" y="319176"/>
                  </a:lnTo>
                  <a:lnTo>
                    <a:pt x="0" y="309295"/>
                  </a:lnTo>
                  <a:lnTo>
                    <a:pt x="482" y="306616"/>
                  </a:lnTo>
                  <a:lnTo>
                    <a:pt x="12661" y="297497"/>
                  </a:lnTo>
                  <a:lnTo>
                    <a:pt x="138874" y="297497"/>
                  </a:lnTo>
                  <a:lnTo>
                    <a:pt x="138874" y="301218"/>
                  </a:lnTo>
                  <a:lnTo>
                    <a:pt x="21640" y="301218"/>
                  </a:lnTo>
                  <a:lnTo>
                    <a:pt x="12761" y="322656"/>
                  </a:lnTo>
                  <a:lnTo>
                    <a:pt x="12661" y="322897"/>
                  </a:lnTo>
                  <a:lnTo>
                    <a:pt x="43319" y="322897"/>
                  </a:lnTo>
                  <a:lnTo>
                    <a:pt x="290474" y="570052"/>
                  </a:lnTo>
                  <a:lnTo>
                    <a:pt x="281495" y="579031"/>
                  </a:lnTo>
                  <a:lnTo>
                    <a:pt x="317411" y="579031"/>
                  </a:lnTo>
                  <a:lnTo>
                    <a:pt x="299453" y="596988"/>
                  </a:lnTo>
                  <a:lnTo>
                    <a:pt x="297535" y="598563"/>
                  </a:lnTo>
                  <a:lnTo>
                    <a:pt x="295338" y="599744"/>
                  </a:lnTo>
                  <a:lnTo>
                    <a:pt x="292950" y="600468"/>
                  </a:lnTo>
                  <a:lnTo>
                    <a:pt x="290474" y="600710"/>
                  </a:lnTo>
                  <a:close/>
                </a:path>
                <a:path w="581025" h="600710">
                  <a:moveTo>
                    <a:pt x="164274" y="310197"/>
                  </a:moveTo>
                  <a:lnTo>
                    <a:pt x="138874" y="310197"/>
                  </a:lnTo>
                  <a:lnTo>
                    <a:pt x="151574" y="297497"/>
                  </a:lnTo>
                  <a:lnTo>
                    <a:pt x="164274" y="297497"/>
                  </a:lnTo>
                  <a:lnTo>
                    <a:pt x="164274" y="310197"/>
                  </a:lnTo>
                  <a:close/>
                </a:path>
                <a:path w="581025" h="600710">
                  <a:moveTo>
                    <a:pt x="442074" y="310197"/>
                  </a:moveTo>
                  <a:lnTo>
                    <a:pt x="429374" y="297497"/>
                  </a:lnTo>
                  <a:lnTo>
                    <a:pt x="442074" y="297497"/>
                  </a:lnTo>
                  <a:lnTo>
                    <a:pt x="442074" y="310197"/>
                  </a:lnTo>
                  <a:close/>
                </a:path>
                <a:path w="581025" h="600710">
                  <a:moveTo>
                    <a:pt x="550329" y="310197"/>
                  </a:moveTo>
                  <a:lnTo>
                    <a:pt x="442074" y="310197"/>
                  </a:lnTo>
                  <a:lnTo>
                    <a:pt x="442074" y="297497"/>
                  </a:lnTo>
                  <a:lnTo>
                    <a:pt x="568286" y="297497"/>
                  </a:lnTo>
                  <a:lnTo>
                    <a:pt x="570991" y="297789"/>
                  </a:lnTo>
                  <a:lnTo>
                    <a:pt x="573557" y="298640"/>
                  </a:lnTo>
                  <a:lnTo>
                    <a:pt x="575894" y="300024"/>
                  </a:lnTo>
                  <a:lnTo>
                    <a:pt x="577177" y="301218"/>
                  </a:lnTo>
                  <a:lnTo>
                    <a:pt x="559307" y="301218"/>
                  </a:lnTo>
                  <a:lnTo>
                    <a:pt x="550329" y="310197"/>
                  </a:lnTo>
                  <a:close/>
                </a:path>
                <a:path w="581025" h="600710">
                  <a:moveTo>
                    <a:pt x="43319" y="322897"/>
                  </a:moveTo>
                  <a:lnTo>
                    <a:pt x="12661" y="322897"/>
                  </a:lnTo>
                  <a:lnTo>
                    <a:pt x="21640" y="301218"/>
                  </a:lnTo>
                  <a:lnTo>
                    <a:pt x="43319" y="322897"/>
                  </a:lnTo>
                  <a:close/>
                </a:path>
                <a:path w="581025" h="600710">
                  <a:moveTo>
                    <a:pt x="151574" y="322897"/>
                  </a:moveTo>
                  <a:lnTo>
                    <a:pt x="43319" y="322897"/>
                  </a:lnTo>
                  <a:lnTo>
                    <a:pt x="21640" y="301218"/>
                  </a:lnTo>
                  <a:lnTo>
                    <a:pt x="138874" y="301218"/>
                  </a:lnTo>
                  <a:lnTo>
                    <a:pt x="138874" y="310197"/>
                  </a:lnTo>
                  <a:lnTo>
                    <a:pt x="164274" y="310197"/>
                  </a:lnTo>
                  <a:lnTo>
                    <a:pt x="164089" y="312000"/>
                  </a:lnTo>
                  <a:lnTo>
                    <a:pt x="164020" y="312674"/>
                  </a:lnTo>
                  <a:lnTo>
                    <a:pt x="163296" y="315061"/>
                  </a:lnTo>
                  <a:lnTo>
                    <a:pt x="162229" y="317068"/>
                  </a:lnTo>
                  <a:lnTo>
                    <a:pt x="162128" y="317258"/>
                  </a:lnTo>
                  <a:lnTo>
                    <a:pt x="160553" y="319176"/>
                  </a:lnTo>
                  <a:lnTo>
                    <a:pt x="158623" y="320751"/>
                  </a:lnTo>
                  <a:lnTo>
                    <a:pt x="156425" y="321932"/>
                  </a:lnTo>
                  <a:lnTo>
                    <a:pt x="154050" y="322656"/>
                  </a:lnTo>
                  <a:lnTo>
                    <a:pt x="151574" y="322897"/>
                  </a:lnTo>
                  <a:close/>
                </a:path>
                <a:path w="581025" h="600710">
                  <a:moveTo>
                    <a:pt x="317411" y="579031"/>
                  </a:moveTo>
                  <a:lnTo>
                    <a:pt x="299453" y="579031"/>
                  </a:lnTo>
                  <a:lnTo>
                    <a:pt x="290474" y="570052"/>
                  </a:lnTo>
                  <a:lnTo>
                    <a:pt x="559307" y="301218"/>
                  </a:lnTo>
                  <a:lnTo>
                    <a:pt x="568186" y="322656"/>
                  </a:lnTo>
                  <a:lnTo>
                    <a:pt x="568286" y="322897"/>
                  </a:lnTo>
                  <a:lnTo>
                    <a:pt x="573544" y="322897"/>
                  </a:lnTo>
                  <a:lnTo>
                    <a:pt x="317411" y="579031"/>
                  </a:lnTo>
                  <a:close/>
                </a:path>
                <a:path w="581025" h="600710">
                  <a:moveTo>
                    <a:pt x="573544" y="322897"/>
                  </a:moveTo>
                  <a:lnTo>
                    <a:pt x="568286" y="322897"/>
                  </a:lnTo>
                  <a:lnTo>
                    <a:pt x="559307" y="301218"/>
                  </a:lnTo>
                  <a:lnTo>
                    <a:pt x="577177" y="301218"/>
                  </a:lnTo>
                  <a:lnTo>
                    <a:pt x="577888" y="301878"/>
                  </a:lnTo>
                  <a:lnTo>
                    <a:pt x="579437" y="304114"/>
                  </a:lnTo>
                  <a:lnTo>
                    <a:pt x="580466" y="306616"/>
                  </a:lnTo>
                  <a:lnTo>
                    <a:pt x="580948" y="309295"/>
                  </a:lnTo>
                  <a:lnTo>
                    <a:pt x="580859" y="312000"/>
                  </a:lnTo>
                  <a:lnTo>
                    <a:pt x="580186" y="314629"/>
                  </a:lnTo>
                  <a:lnTo>
                    <a:pt x="578967" y="317068"/>
                  </a:lnTo>
                  <a:lnTo>
                    <a:pt x="577265" y="319176"/>
                  </a:lnTo>
                  <a:lnTo>
                    <a:pt x="573544" y="322897"/>
                  </a:lnTo>
                  <a:close/>
                </a:path>
                <a:path w="581025" h="600710">
                  <a:moveTo>
                    <a:pt x="299453" y="579031"/>
                  </a:moveTo>
                  <a:lnTo>
                    <a:pt x="281495" y="579031"/>
                  </a:lnTo>
                  <a:lnTo>
                    <a:pt x="290474" y="570052"/>
                  </a:lnTo>
                  <a:lnTo>
                    <a:pt x="299453" y="57903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870416" y="4760277"/>
            <a:ext cx="2059939" cy="1447800"/>
            <a:chOff x="8870416" y="4760277"/>
            <a:chExt cx="2059939" cy="1447800"/>
          </a:xfrm>
        </p:grpSpPr>
        <p:sp>
          <p:nvSpPr>
            <p:cNvPr id="26" name="object 26"/>
            <p:cNvSpPr/>
            <p:nvPr/>
          </p:nvSpPr>
          <p:spPr>
            <a:xfrm>
              <a:off x="8883396" y="4773168"/>
              <a:ext cx="2034539" cy="1431290"/>
            </a:xfrm>
            <a:custGeom>
              <a:avLst/>
              <a:gdLst/>
              <a:ahLst/>
              <a:cxnLst/>
              <a:rect l="l" t="t" r="r" b="b"/>
              <a:pathLst>
                <a:path w="2034540" h="1431289">
                  <a:moveTo>
                    <a:pt x="1891283" y="1431036"/>
                  </a:moveTo>
                  <a:lnTo>
                    <a:pt x="143255" y="1431036"/>
                  </a:lnTo>
                  <a:lnTo>
                    <a:pt x="97806" y="1423465"/>
                  </a:lnTo>
                  <a:lnTo>
                    <a:pt x="58410" y="1403007"/>
                  </a:lnTo>
                  <a:lnTo>
                    <a:pt x="27412" y="1372007"/>
                  </a:lnTo>
                  <a:lnTo>
                    <a:pt x="7160" y="1332816"/>
                  </a:lnTo>
                  <a:lnTo>
                    <a:pt x="0" y="1287780"/>
                  </a:lnTo>
                  <a:lnTo>
                    <a:pt x="0" y="143256"/>
                  </a:lnTo>
                  <a:lnTo>
                    <a:pt x="7160" y="97849"/>
                  </a:lnTo>
                  <a:lnTo>
                    <a:pt x="27412" y="58474"/>
                  </a:lnTo>
                  <a:lnTo>
                    <a:pt x="58410" y="27476"/>
                  </a:lnTo>
                  <a:lnTo>
                    <a:pt x="97806" y="7203"/>
                  </a:lnTo>
                  <a:lnTo>
                    <a:pt x="143255" y="0"/>
                  </a:lnTo>
                  <a:lnTo>
                    <a:pt x="1891283" y="0"/>
                  </a:lnTo>
                  <a:lnTo>
                    <a:pt x="1936411" y="7203"/>
                  </a:lnTo>
                  <a:lnTo>
                    <a:pt x="1975648" y="27476"/>
                  </a:lnTo>
                  <a:lnTo>
                    <a:pt x="2006648" y="58474"/>
                  </a:lnTo>
                  <a:lnTo>
                    <a:pt x="2027061" y="97849"/>
                  </a:lnTo>
                  <a:lnTo>
                    <a:pt x="2034539" y="143256"/>
                  </a:lnTo>
                  <a:lnTo>
                    <a:pt x="2034539" y="1287780"/>
                  </a:lnTo>
                  <a:lnTo>
                    <a:pt x="2027061" y="1332816"/>
                  </a:lnTo>
                  <a:lnTo>
                    <a:pt x="2006648" y="1372007"/>
                  </a:lnTo>
                  <a:lnTo>
                    <a:pt x="1975648" y="1403007"/>
                  </a:lnTo>
                  <a:lnTo>
                    <a:pt x="1936411" y="1423465"/>
                  </a:lnTo>
                  <a:lnTo>
                    <a:pt x="1891283" y="14310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870416" y="4760277"/>
              <a:ext cx="2059939" cy="1447800"/>
            </a:xfrm>
            <a:custGeom>
              <a:avLst/>
              <a:gdLst/>
              <a:ahLst/>
              <a:cxnLst/>
              <a:rect l="l" t="t" r="r" b="b"/>
              <a:pathLst>
                <a:path w="2059940" h="1447800">
                  <a:moveTo>
                    <a:pt x="1971890" y="12700"/>
                  </a:moveTo>
                  <a:lnTo>
                    <a:pt x="87947" y="12700"/>
                  </a:lnTo>
                  <a:lnTo>
                    <a:pt x="94843" y="0"/>
                  </a:lnTo>
                  <a:lnTo>
                    <a:pt x="1964994" y="0"/>
                  </a:lnTo>
                  <a:lnTo>
                    <a:pt x="1971890" y="12700"/>
                  </a:lnTo>
                  <a:close/>
                </a:path>
                <a:path w="2059940" h="1447800">
                  <a:moveTo>
                    <a:pt x="1990915" y="25400"/>
                  </a:moveTo>
                  <a:lnTo>
                    <a:pt x="68922" y="25400"/>
                  </a:lnTo>
                  <a:lnTo>
                    <a:pt x="75247" y="12700"/>
                  </a:lnTo>
                  <a:lnTo>
                    <a:pt x="1984590" y="12700"/>
                  </a:lnTo>
                  <a:lnTo>
                    <a:pt x="1990915" y="25400"/>
                  </a:lnTo>
                  <a:close/>
                </a:path>
                <a:path w="2059940" h="1447800">
                  <a:moveTo>
                    <a:pt x="98971" y="38100"/>
                  </a:moveTo>
                  <a:lnTo>
                    <a:pt x="50800" y="38100"/>
                  </a:lnTo>
                  <a:lnTo>
                    <a:pt x="56908" y="25400"/>
                  </a:lnTo>
                  <a:lnTo>
                    <a:pt x="105308" y="25400"/>
                  </a:lnTo>
                  <a:lnTo>
                    <a:pt x="98971" y="38100"/>
                  </a:lnTo>
                  <a:close/>
                </a:path>
                <a:path w="2059940" h="1447800">
                  <a:moveTo>
                    <a:pt x="2008581" y="38100"/>
                  </a:moveTo>
                  <a:lnTo>
                    <a:pt x="1960867" y="38100"/>
                  </a:lnTo>
                  <a:lnTo>
                    <a:pt x="1954529" y="25400"/>
                  </a:lnTo>
                  <a:lnTo>
                    <a:pt x="2002917" y="25400"/>
                  </a:lnTo>
                  <a:lnTo>
                    <a:pt x="2008581" y="38100"/>
                  </a:lnTo>
                  <a:close/>
                </a:path>
                <a:path w="2059940" h="1447800">
                  <a:moveTo>
                    <a:pt x="77520" y="50800"/>
                  </a:moveTo>
                  <a:lnTo>
                    <a:pt x="40259" y="50800"/>
                  </a:lnTo>
                  <a:lnTo>
                    <a:pt x="45402" y="38100"/>
                  </a:lnTo>
                  <a:lnTo>
                    <a:pt x="83134" y="38100"/>
                  </a:lnTo>
                  <a:lnTo>
                    <a:pt x="77520" y="50800"/>
                  </a:lnTo>
                  <a:close/>
                </a:path>
                <a:path w="2059940" h="1447800">
                  <a:moveTo>
                    <a:pt x="2019566" y="50800"/>
                  </a:moveTo>
                  <a:lnTo>
                    <a:pt x="1982304" y="50800"/>
                  </a:lnTo>
                  <a:lnTo>
                    <a:pt x="1976704" y="38100"/>
                  </a:lnTo>
                  <a:lnTo>
                    <a:pt x="2014423" y="38100"/>
                  </a:lnTo>
                  <a:lnTo>
                    <a:pt x="2019566" y="50800"/>
                  </a:lnTo>
                  <a:close/>
                </a:path>
                <a:path w="2059940" h="1447800">
                  <a:moveTo>
                    <a:pt x="59054" y="63500"/>
                  </a:moveTo>
                  <a:lnTo>
                    <a:pt x="26784" y="63500"/>
                  </a:lnTo>
                  <a:lnTo>
                    <a:pt x="31127" y="50800"/>
                  </a:lnTo>
                  <a:lnTo>
                    <a:pt x="63792" y="50800"/>
                  </a:lnTo>
                  <a:lnTo>
                    <a:pt x="59054" y="63500"/>
                  </a:lnTo>
                  <a:close/>
                </a:path>
                <a:path w="2059940" h="1447800">
                  <a:moveTo>
                    <a:pt x="63360" y="63500"/>
                  </a:moveTo>
                  <a:lnTo>
                    <a:pt x="63792" y="50800"/>
                  </a:lnTo>
                  <a:lnTo>
                    <a:pt x="68325" y="50800"/>
                  </a:lnTo>
                  <a:lnTo>
                    <a:pt x="63360" y="63500"/>
                  </a:lnTo>
                  <a:close/>
                </a:path>
                <a:path w="2059940" h="1447800">
                  <a:moveTo>
                    <a:pt x="1996465" y="63500"/>
                  </a:moveTo>
                  <a:lnTo>
                    <a:pt x="1991499" y="50800"/>
                  </a:lnTo>
                  <a:lnTo>
                    <a:pt x="1996046" y="50800"/>
                  </a:lnTo>
                  <a:lnTo>
                    <a:pt x="1996465" y="63500"/>
                  </a:lnTo>
                  <a:close/>
                </a:path>
                <a:path w="2059940" h="1447800">
                  <a:moveTo>
                    <a:pt x="2033054" y="63500"/>
                  </a:moveTo>
                  <a:lnTo>
                    <a:pt x="2000783" y="63500"/>
                  </a:lnTo>
                  <a:lnTo>
                    <a:pt x="1996046" y="50800"/>
                  </a:lnTo>
                  <a:lnTo>
                    <a:pt x="2029066" y="50800"/>
                  </a:lnTo>
                  <a:lnTo>
                    <a:pt x="2033054" y="63500"/>
                  </a:lnTo>
                  <a:close/>
                </a:path>
                <a:path w="2059940" h="1447800">
                  <a:moveTo>
                    <a:pt x="51104" y="76200"/>
                  </a:moveTo>
                  <a:lnTo>
                    <a:pt x="18948" y="76200"/>
                  </a:lnTo>
                  <a:lnTo>
                    <a:pt x="22402" y="63500"/>
                  </a:lnTo>
                  <a:lnTo>
                    <a:pt x="55346" y="63500"/>
                  </a:lnTo>
                  <a:lnTo>
                    <a:pt x="51104" y="76200"/>
                  </a:lnTo>
                  <a:close/>
                </a:path>
                <a:path w="2059940" h="1447800">
                  <a:moveTo>
                    <a:pt x="2040877" y="76200"/>
                  </a:moveTo>
                  <a:lnTo>
                    <a:pt x="2008733" y="76200"/>
                  </a:lnTo>
                  <a:lnTo>
                    <a:pt x="2004479" y="63500"/>
                  </a:lnTo>
                  <a:lnTo>
                    <a:pt x="2037435" y="63500"/>
                  </a:lnTo>
                  <a:lnTo>
                    <a:pt x="2040877" y="76200"/>
                  </a:lnTo>
                  <a:close/>
                </a:path>
                <a:path w="2059940" h="1447800">
                  <a:moveTo>
                    <a:pt x="40970" y="88900"/>
                  </a:moveTo>
                  <a:lnTo>
                    <a:pt x="12369" y="88900"/>
                  </a:lnTo>
                  <a:lnTo>
                    <a:pt x="15494" y="76200"/>
                  </a:lnTo>
                  <a:lnTo>
                    <a:pt x="44411" y="76200"/>
                  </a:lnTo>
                  <a:lnTo>
                    <a:pt x="40970" y="88900"/>
                  </a:lnTo>
                  <a:close/>
                </a:path>
                <a:path w="2059940" h="1447800">
                  <a:moveTo>
                    <a:pt x="2047468" y="88900"/>
                  </a:moveTo>
                  <a:lnTo>
                    <a:pt x="2018855" y="88900"/>
                  </a:lnTo>
                  <a:lnTo>
                    <a:pt x="2015413" y="76200"/>
                  </a:lnTo>
                  <a:lnTo>
                    <a:pt x="2044331" y="76200"/>
                  </a:lnTo>
                  <a:lnTo>
                    <a:pt x="2047468" y="88900"/>
                  </a:lnTo>
                  <a:close/>
                </a:path>
                <a:path w="2059940" h="1447800">
                  <a:moveTo>
                    <a:pt x="35509" y="101600"/>
                  </a:moveTo>
                  <a:lnTo>
                    <a:pt x="9347" y="101600"/>
                  </a:lnTo>
                  <a:lnTo>
                    <a:pt x="12128" y="88900"/>
                  </a:lnTo>
                  <a:lnTo>
                    <a:pt x="38379" y="88900"/>
                  </a:lnTo>
                  <a:lnTo>
                    <a:pt x="35509" y="101600"/>
                  </a:lnTo>
                  <a:close/>
                </a:path>
                <a:path w="2059940" h="1447800">
                  <a:moveTo>
                    <a:pt x="2050491" y="101600"/>
                  </a:moveTo>
                  <a:lnTo>
                    <a:pt x="2024316" y="101600"/>
                  </a:lnTo>
                  <a:lnTo>
                    <a:pt x="2021459" y="88900"/>
                  </a:lnTo>
                  <a:lnTo>
                    <a:pt x="2047709" y="88900"/>
                  </a:lnTo>
                  <a:lnTo>
                    <a:pt x="2050491" y="101600"/>
                  </a:lnTo>
                  <a:close/>
                </a:path>
                <a:path w="2059940" h="1447800">
                  <a:moveTo>
                    <a:pt x="31153" y="114300"/>
                  </a:moveTo>
                  <a:lnTo>
                    <a:pt x="4978" y="114300"/>
                  </a:lnTo>
                  <a:lnTo>
                    <a:pt x="6908" y="101600"/>
                  </a:lnTo>
                  <a:lnTo>
                    <a:pt x="33400" y="101600"/>
                  </a:lnTo>
                  <a:lnTo>
                    <a:pt x="31153" y="114300"/>
                  </a:lnTo>
                  <a:close/>
                </a:path>
                <a:path w="2059940" h="1447800">
                  <a:moveTo>
                    <a:pt x="2055012" y="114300"/>
                  </a:moveTo>
                  <a:lnTo>
                    <a:pt x="2028672" y="114300"/>
                  </a:lnTo>
                  <a:lnTo>
                    <a:pt x="2026424" y="101600"/>
                  </a:lnTo>
                  <a:lnTo>
                    <a:pt x="2052739" y="101600"/>
                  </a:lnTo>
                  <a:lnTo>
                    <a:pt x="2055012" y="114300"/>
                  </a:lnTo>
                  <a:close/>
                </a:path>
                <a:path w="2059940" h="1447800">
                  <a:moveTo>
                    <a:pt x="27978" y="127000"/>
                  </a:moveTo>
                  <a:lnTo>
                    <a:pt x="1739" y="127000"/>
                  </a:lnTo>
                  <a:lnTo>
                    <a:pt x="3225" y="114300"/>
                  </a:lnTo>
                  <a:lnTo>
                    <a:pt x="29578" y="114300"/>
                  </a:lnTo>
                  <a:lnTo>
                    <a:pt x="27978" y="127000"/>
                  </a:lnTo>
                  <a:close/>
                </a:path>
                <a:path w="2059940" h="1447800">
                  <a:moveTo>
                    <a:pt x="2057996" y="127000"/>
                  </a:moveTo>
                  <a:lnTo>
                    <a:pt x="2031860" y="127000"/>
                  </a:lnTo>
                  <a:lnTo>
                    <a:pt x="2030260" y="114300"/>
                  </a:lnTo>
                  <a:lnTo>
                    <a:pt x="2056739" y="114300"/>
                  </a:lnTo>
                  <a:lnTo>
                    <a:pt x="2057996" y="127000"/>
                  </a:lnTo>
                  <a:close/>
                </a:path>
                <a:path w="2059940" h="1447800">
                  <a:moveTo>
                    <a:pt x="26098" y="139700"/>
                  </a:moveTo>
                  <a:lnTo>
                    <a:pt x="774" y="139700"/>
                  </a:lnTo>
                  <a:lnTo>
                    <a:pt x="838" y="127000"/>
                  </a:lnTo>
                  <a:lnTo>
                    <a:pt x="26936" y="127000"/>
                  </a:lnTo>
                  <a:lnTo>
                    <a:pt x="26098" y="139700"/>
                  </a:lnTo>
                  <a:close/>
                </a:path>
                <a:path w="2059940" h="1447800">
                  <a:moveTo>
                    <a:pt x="2059063" y="139700"/>
                  </a:moveTo>
                  <a:lnTo>
                    <a:pt x="2033803" y="139700"/>
                  </a:lnTo>
                  <a:lnTo>
                    <a:pt x="2032990" y="127000"/>
                  </a:lnTo>
                  <a:lnTo>
                    <a:pt x="2059000" y="127000"/>
                  </a:lnTo>
                  <a:lnTo>
                    <a:pt x="2059063" y="139700"/>
                  </a:lnTo>
                  <a:close/>
                </a:path>
                <a:path w="2059940" h="1447800">
                  <a:moveTo>
                    <a:pt x="26035" y="1308100"/>
                  </a:moveTo>
                  <a:lnTo>
                    <a:pt x="215" y="1308100"/>
                  </a:lnTo>
                  <a:lnTo>
                    <a:pt x="0" y="1295400"/>
                  </a:lnTo>
                  <a:lnTo>
                    <a:pt x="0" y="152400"/>
                  </a:lnTo>
                  <a:lnTo>
                    <a:pt x="190" y="139700"/>
                  </a:lnTo>
                  <a:lnTo>
                    <a:pt x="25577" y="139700"/>
                  </a:lnTo>
                  <a:lnTo>
                    <a:pt x="25387" y="152400"/>
                  </a:lnTo>
                  <a:lnTo>
                    <a:pt x="25387" y="1295400"/>
                  </a:lnTo>
                  <a:lnTo>
                    <a:pt x="25539" y="1295400"/>
                  </a:lnTo>
                  <a:lnTo>
                    <a:pt x="26035" y="1308100"/>
                  </a:lnTo>
                  <a:close/>
                </a:path>
                <a:path w="2059940" h="1447800">
                  <a:moveTo>
                    <a:pt x="2059838" y="1295400"/>
                  </a:moveTo>
                  <a:lnTo>
                    <a:pt x="2034438" y="1295400"/>
                  </a:lnTo>
                  <a:lnTo>
                    <a:pt x="2034438" y="152400"/>
                  </a:lnTo>
                  <a:lnTo>
                    <a:pt x="2034286" y="139700"/>
                  </a:lnTo>
                  <a:lnTo>
                    <a:pt x="2059647" y="139700"/>
                  </a:lnTo>
                  <a:lnTo>
                    <a:pt x="2059838" y="152400"/>
                  </a:lnTo>
                  <a:lnTo>
                    <a:pt x="2059838" y="1295400"/>
                  </a:lnTo>
                  <a:close/>
                </a:path>
                <a:path w="2059940" h="1447800">
                  <a:moveTo>
                    <a:pt x="2057996" y="1320800"/>
                  </a:moveTo>
                  <a:lnTo>
                    <a:pt x="2031733" y="1320800"/>
                  </a:lnTo>
                  <a:lnTo>
                    <a:pt x="2032889" y="1308100"/>
                  </a:lnTo>
                  <a:lnTo>
                    <a:pt x="2033739" y="1308100"/>
                  </a:lnTo>
                  <a:lnTo>
                    <a:pt x="2034260" y="1295400"/>
                  </a:lnTo>
                  <a:lnTo>
                    <a:pt x="2059647" y="1295400"/>
                  </a:lnTo>
                  <a:lnTo>
                    <a:pt x="2059000" y="1308100"/>
                  </a:lnTo>
                  <a:lnTo>
                    <a:pt x="2057996" y="1320800"/>
                  </a:lnTo>
                  <a:close/>
                </a:path>
                <a:path w="2059940" h="1447800">
                  <a:moveTo>
                    <a:pt x="28105" y="1320800"/>
                  </a:moveTo>
                  <a:lnTo>
                    <a:pt x="1739" y="1320800"/>
                  </a:lnTo>
                  <a:lnTo>
                    <a:pt x="774" y="1308100"/>
                  </a:lnTo>
                  <a:lnTo>
                    <a:pt x="26847" y="1308100"/>
                  </a:lnTo>
                  <a:lnTo>
                    <a:pt x="28105" y="1320800"/>
                  </a:lnTo>
                  <a:close/>
                </a:path>
                <a:path w="2059940" h="1447800">
                  <a:moveTo>
                    <a:pt x="35750" y="1346200"/>
                  </a:moveTo>
                  <a:lnTo>
                    <a:pt x="6908" y="1346200"/>
                  </a:lnTo>
                  <a:lnTo>
                    <a:pt x="4978" y="1333500"/>
                  </a:lnTo>
                  <a:lnTo>
                    <a:pt x="3098" y="1320800"/>
                  </a:lnTo>
                  <a:lnTo>
                    <a:pt x="29413" y="1320800"/>
                  </a:lnTo>
                  <a:lnTo>
                    <a:pt x="31343" y="1333500"/>
                  </a:lnTo>
                  <a:lnTo>
                    <a:pt x="33185" y="1333500"/>
                  </a:lnTo>
                  <a:lnTo>
                    <a:pt x="35750" y="1346200"/>
                  </a:lnTo>
                  <a:close/>
                </a:path>
                <a:path w="2059940" h="1447800">
                  <a:moveTo>
                    <a:pt x="2052739" y="1346200"/>
                  </a:moveTo>
                  <a:lnTo>
                    <a:pt x="2024075" y="1346200"/>
                  </a:lnTo>
                  <a:lnTo>
                    <a:pt x="2026640" y="1333500"/>
                  </a:lnTo>
                  <a:lnTo>
                    <a:pt x="2028494" y="1333500"/>
                  </a:lnTo>
                  <a:lnTo>
                    <a:pt x="2030412" y="1320800"/>
                  </a:lnTo>
                  <a:lnTo>
                    <a:pt x="2056739" y="1320800"/>
                  </a:lnTo>
                  <a:lnTo>
                    <a:pt x="2055012" y="1333500"/>
                  </a:lnTo>
                  <a:lnTo>
                    <a:pt x="2052739" y="1346200"/>
                  </a:lnTo>
                  <a:close/>
                </a:path>
                <a:path w="2059940" h="1447800">
                  <a:moveTo>
                    <a:pt x="41262" y="1358900"/>
                  </a:moveTo>
                  <a:lnTo>
                    <a:pt x="12128" y="1358900"/>
                  </a:lnTo>
                  <a:lnTo>
                    <a:pt x="9347" y="1346200"/>
                  </a:lnTo>
                  <a:lnTo>
                    <a:pt x="38112" y="1346200"/>
                  </a:lnTo>
                  <a:lnTo>
                    <a:pt x="41262" y="1358900"/>
                  </a:lnTo>
                  <a:close/>
                </a:path>
                <a:path w="2059940" h="1447800">
                  <a:moveTo>
                    <a:pt x="2047709" y="1358900"/>
                  </a:moveTo>
                  <a:lnTo>
                    <a:pt x="2018563" y="1358900"/>
                  </a:lnTo>
                  <a:lnTo>
                    <a:pt x="2021725" y="1346200"/>
                  </a:lnTo>
                  <a:lnTo>
                    <a:pt x="2050491" y="1346200"/>
                  </a:lnTo>
                  <a:lnTo>
                    <a:pt x="2047709" y="1358900"/>
                  </a:lnTo>
                  <a:close/>
                </a:path>
                <a:path w="2059940" h="1447800">
                  <a:moveTo>
                    <a:pt x="47815" y="1371600"/>
                  </a:moveTo>
                  <a:lnTo>
                    <a:pt x="18948" y="1371600"/>
                  </a:lnTo>
                  <a:lnTo>
                    <a:pt x="15494" y="1358900"/>
                  </a:lnTo>
                  <a:lnTo>
                    <a:pt x="44094" y="1358900"/>
                  </a:lnTo>
                  <a:lnTo>
                    <a:pt x="47815" y="1371600"/>
                  </a:lnTo>
                  <a:close/>
                </a:path>
                <a:path w="2059940" h="1447800">
                  <a:moveTo>
                    <a:pt x="2040877" y="1371600"/>
                  </a:moveTo>
                  <a:lnTo>
                    <a:pt x="2012010" y="1371600"/>
                  </a:lnTo>
                  <a:lnTo>
                    <a:pt x="2015731" y="1358900"/>
                  </a:lnTo>
                  <a:lnTo>
                    <a:pt x="2044331" y="1358900"/>
                  </a:lnTo>
                  <a:lnTo>
                    <a:pt x="2040877" y="1371600"/>
                  </a:lnTo>
                  <a:close/>
                </a:path>
                <a:path w="2059940" h="1447800">
                  <a:moveTo>
                    <a:pt x="59461" y="1384300"/>
                  </a:moveTo>
                  <a:lnTo>
                    <a:pt x="26441" y="1384300"/>
                  </a:lnTo>
                  <a:lnTo>
                    <a:pt x="22402" y="1371600"/>
                  </a:lnTo>
                  <a:lnTo>
                    <a:pt x="54965" y="1371600"/>
                  </a:lnTo>
                  <a:lnTo>
                    <a:pt x="59461" y="1384300"/>
                  </a:lnTo>
                  <a:close/>
                </a:path>
                <a:path w="2059940" h="1447800">
                  <a:moveTo>
                    <a:pt x="2033397" y="1384300"/>
                  </a:moveTo>
                  <a:lnTo>
                    <a:pt x="2000377" y="1384300"/>
                  </a:lnTo>
                  <a:lnTo>
                    <a:pt x="2004872" y="1371600"/>
                  </a:lnTo>
                  <a:lnTo>
                    <a:pt x="2037435" y="1371600"/>
                  </a:lnTo>
                  <a:lnTo>
                    <a:pt x="2033397" y="1384300"/>
                  </a:lnTo>
                  <a:close/>
                </a:path>
                <a:path w="2059940" h="1447800">
                  <a:moveTo>
                    <a:pt x="68325" y="1397000"/>
                  </a:moveTo>
                  <a:lnTo>
                    <a:pt x="35763" y="1397000"/>
                  </a:lnTo>
                  <a:lnTo>
                    <a:pt x="31127" y="1384300"/>
                  </a:lnTo>
                  <a:lnTo>
                    <a:pt x="63360" y="1384300"/>
                  </a:lnTo>
                  <a:lnTo>
                    <a:pt x="68325" y="1397000"/>
                  </a:lnTo>
                  <a:close/>
                </a:path>
                <a:path w="2059940" h="1447800">
                  <a:moveTo>
                    <a:pt x="73075" y="1397000"/>
                  </a:moveTo>
                  <a:lnTo>
                    <a:pt x="68325" y="1397000"/>
                  </a:lnTo>
                  <a:lnTo>
                    <a:pt x="67881" y="1384300"/>
                  </a:lnTo>
                  <a:lnTo>
                    <a:pt x="73075" y="1397000"/>
                  </a:lnTo>
                  <a:close/>
                </a:path>
                <a:path w="2059940" h="1447800">
                  <a:moveTo>
                    <a:pt x="1991499" y="1397000"/>
                  </a:moveTo>
                  <a:lnTo>
                    <a:pt x="1986762" y="1397000"/>
                  </a:lnTo>
                  <a:lnTo>
                    <a:pt x="1991956" y="1384300"/>
                  </a:lnTo>
                  <a:lnTo>
                    <a:pt x="1991499" y="1397000"/>
                  </a:lnTo>
                  <a:close/>
                </a:path>
                <a:path w="2059940" h="1447800">
                  <a:moveTo>
                    <a:pt x="2024456" y="1397000"/>
                  </a:moveTo>
                  <a:lnTo>
                    <a:pt x="1991499" y="1397000"/>
                  </a:lnTo>
                  <a:lnTo>
                    <a:pt x="1996465" y="1384300"/>
                  </a:lnTo>
                  <a:lnTo>
                    <a:pt x="2029066" y="1384300"/>
                  </a:lnTo>
                  <a:lnTo>
                    <a:pt x="2024456" y="1397000"/>
                  </a:lnTo>
                  <a:close/>
                </a:path>
                <a:path w="2059940" h="1447800">
                  <a:moveTo>
                    <a:pt x="88430" y="1409700"/>
                  </a:moveTo>
                  <a:lnTo>
                    <a:pt x="45402" y="1409700"/>
                  </a:lnTo>
                  <a:lnTo>
                    <a:pt x="40259" y="1397000"/>
                  </a:lnTo>
                  <a:lnTo>
                    <a:pt x="82626" y="1397000"/>
                  </a:lnTo>
                  <a:lnTo>
                    <a:pt x="88430" y="1409700"/>
                  </a:lnTo>
                  <a:close/>
                </a:path>
                <a:path w="2059940" h="1447800">
                  <a:moveTo>
                    <a:pt x="2014423" y="1409700"/>
                  </a:moveTo>
                  <a:lnTo>
                    <a:pt x="1971408" y="1409700"/>
                  </a:lnTo>
                  <a:lnTo>
                    <a:pt x="1977212" y="1397000"/>
                  </a:lnTo>
                  <a:lnTo>
                    <a:pt x="2019566" y="1397000"/>
                  </a:lnTo>
                  <a:lnTo>
                    <a:pt x="2014423" y="1409700"/>
                  </a:lnTo>
                  <a:close/>
                </a:path>
                <a:path w="2059940" h="1447800">
                  <a:moveTo>
                    <a:pt x="111226" y="1422400"/>
                  </a:moveTo>
                  <a:lnTo>
                    <a:pt x="62801" y="1422400"/>
                  </a:lnTo>
                  <a:lnTo>
                    <a:pt x="56908" y="1409700"/>
                  </a:lnTo>
                  <a:lnTo>
                    <a:pt x="104736" y="1409700"/>
                  </a:lnTo>
                  <a:lnTo>
                    <a:pt x="111226" y="1422400"/>
                  </a:lnTo>
                  <a:close/>
                </a:path>
                <a:path w="2059940" h="1447800">
                  <a:moveTo>
                    <a:pt x="1997519" y="1422400"/>
                  </a:moveTo>
                  <a:lnTo>
                    <a:pt x="1948599" y="1422400"/>
                  </a:lnTo>
                  <a:lnTo>
                    <a:pt x="1955101" y="1409700"/>
                  </a:lnTo>
                  <a:lnTo>
                    <a:pt x="2002917" y="1409700"/>
                  </a:lnTo>
                  <a:lnTo>
                    <a:pt x="1997519" y="1422400"/>
                  </a:lnTo>
                  <a:close/>
                </a:path>
                <a:path w="2059940" h="1447800">
                  <a:moveTo>
                    <a:pt x="1978596" y="1435100"/>
                  </a:moveTo>
                  <a:lnTo>
                    <a:pt x="81775" y="1435100"/>
                  </a:lnTo>
                  <a:lnTo>
                    <a:pt x="75247" y="1422400"/>
                  </a:lnTo>
                  <a:lnTo>
                    <a:pt x="1984590" y="1422400"/>
                  </a:lnTo>
                  <a:lnTo>
                    <a:pt x="1978596" y="1435100"/>
                  </a:lnTo>
                  <a:close/>
                </a:path>
                <a:path w="2059940" h="1447800">
                  <a:moveTo>
                    <a:pt x="1950681" y="1447800"/>
                  </a:moveTo>
                  <a:lnTo>
                    <a:pt x="109143" y="1447800"/>
                  </a:lnTo>
                  <a:lnTo>
                    <a:pt x="102501" y="1435100"/>
                  </a:lnTo>
                  <a:lnTo>
                    <a:pt x="1957336" y="1435100"/>
                  </a:lnTo>
                  <a:lnTo>
                    <a:pt x="1950681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299028" y="5194604"/>
            <a:ext cx="1202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" marR="5080" indent="-179705">
              <a:lnSpc>
                <a:spcPct val="100000"/>
              </a:lnSpc>
              <a:spcBef>
                <a:spcPts val="100"/>
              </a:spcBef>
            </a:pPr>
            <a:r>
              <a:rPr sz="1800" spc="170" dirty="0">
                <a:latin typeface="Trebuchet MS"/>
                <a:cs typeface="Trebuchet MS"/>
              </a:rPr>
              <a:t>MLP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Model </a:t>
            </a:r>
            <a:r>
              <a:rPr sz="1800" spc="-10" dirty="0">
                <a:latin typeface="Trebuchet MS"/>
                <a:cs typeface="Trebuchet MS"/>
              </a:rPr>
              <a:t>Training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60080" y="5236464"/>
            <a:ext cx="431800" cy="504825"/>
          </a:xfrm>
          <a:custGeom>
            <a:avLst/>
            <a:gdLst/>
            <a:ahLst/>
            <a:cxnLst/>
            <a:rect l="l" t="t" r="r" b="b"/>
            <a:pathLst>
              <a:path w="431800" h="504825">
                <a:moveTo>
                  <a:pt x="216408" y="504444"/>
                </a:moveTo>
                <a:lnTo>
                  <a:pt x="0" y="251460"/>
                </a:lnTo>
                <a:lnTo>
                  <a:pt x="216408" y="0"/>
                </a:lnTo>
                <a:lnTo>
                  <a:pt x="216408" y="100584"/>
                </a:lnTo>
                <a:lnTo>
                  <a:pt x="431292" y="100584"/>
                </a:lnTo>
                <a:lnTo>
                  <a:pt x="431292" y="403860"/>
                </a:lnTo>
                <a:lnTo>
                  <a:pt x="216408" y="403860"/>
                </a:lnTo>
                <a:lnTo>
                  <a:pt x="216408" y="504444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6022200" y="4760277"/>
            <a:ext cx="2059939" cy="1447800"/>
            <a:chOff x="6022200" y="4760277"/>
            <a:chExt cx="2059939" cy="1447800"/>
          </a:xfrm>
        </p:grpSpPr>
        <p:sp>
          <p:nvSpPr>
            <p:cNvPr id="31" name="object 31"/>
            <p:cNvSpPr/>
            <p:nvPr/>
          </p:nvSpPr>
          <p:spPr>
            <a:xfrm>
              <a:off x="6035039" y="4773168"/>
              <a:ext cx="2034539" cy="1431290"/>
            </a:xfrm>
            <a:custGeom>
              <a:avLst/>
              <a:gdLst/>
              <a:ahLst/>
              <a:cxnLst/>
              <a:rect l="l" t="t" r="r" b="b"/>
              <a:pathLst>
                <a:path w="2034540" h="1431289">
                  <a:moveTo>
                    <a:pt x="1891284" y="1431036"/>
                  </a:moveTo>
                  <a:lnTo>
                    <a:pt x="143256" y="1431036"/>
                  </a:lnTo>
                  <a:lnTo>
                    <a:pt x="97872" y="1423465"/>
                  </a:lnTo>
                  <a:lnTo>
                    <a:pt x="58506" y="1403007"/>
                  </a:lnTo>
                  <a:lnTo>
                    <a:pt x="27507" y="1372007"/>
                  </a:lnTo>
                  <a:lnTo>
                    <a:pt x="7222" y="1332816"/>
                  </a:lnTo>
                  <a:lnTo>
                    <a:pt x="0" y="1287780"/>
                  </a:lnTo>
                  <a:lnTo>
                    <a:pt x="0" y="143256"/>
                  </a:lnTo>
                  <a:lnTo>
                    <a:pt x="7222" y="97849"/>
                  </a:lnTo>
                  <a:lnTo>
                    <a:pt x="27507" y="58474"/>
                  </a:lnTo>
                  <a:lnTo>
                    <a:pt x="58506" y="27476"/>
                  </a:lnTo>
                  <a:lnTo>
                    <a:pt x="97872" y="7203"/>
                  </a:lnTo>
                  <a:lnTo>
                    <a:pt x="143256" y="0"/>
                  </a:lnTo>
                  <a:lnTo>
                    <a:pt x="1891284" y="0"/>
                  </a:lnTo>
                  <a:lnTo>
                    <a:pt x="1936478" y="7203"/>
                  </a:lnTo>
                  <a:lnTo>
                    <a:pt x="1975749" y="27476"/>
                  </a:lnTo>
                  <a:lnTo>
                    <a:pt x="2006748" y="58474"/>
                  </a:lnTo>
                  <a:lnTo>
                    <a:pt x="2027128" y="97849"/>
                  </a:lnTo>
                  <a:lnTo>
                    <a:pt x="2034539" y="143256"/>
                  </a:lnTo>
                  <a:lnTo>
                    <a:pt x="2034539" y="1287780"/>
                  </a:lnTo>
                  <a:lnTo>
                    <a:pt x="2027128" y="1332816"/>
                  </a:lnTo>
                  <a:lnTo>
                    <a:pt x="2006748" y="1372007"/>
                  </a:lnTo>
                  <a:lnTo>
                    <a:pt x="1975749" y="1403007"/>
                  </a:lnTo>
                  <a:lnTo>
                    <a:pt x="1936478" y="1423465"/>
                  </a:lnTo>
                  <a:lnTo>
                    <a:pt x="1891284" y="14310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22200" y="4760277"/>
              <a:ext cx="2059939" cy="1447800"/>
            </a:xfrm>
            <a:custGeom>
              <a:avLst/>
              <a:gdLst/>
              <a:ahLst/>
              <a:cxnLst/>
              <a:rect l="l" t="t" r="r" b="b"/>
              <a:pathLst>
                <a:path w="2059940" h="1447800">
                  <a:moveTo>
                    <a:pt x="1971878" y="12700"/>
                  </a:moveTo>
                  <a:lnTo>
                    <a:pt x="87947" y="12700"/>
                  </a:lnTo>
                  <a:lnTo>
                    <a:pt x="94843" y="0"/>
                  </a:lnTo>
                  <a:lnTo>
                    <a:pt x="1964994" y="0"/>
                  </a:lnTo>
                  <a:lnTo>
                    <a:pt x="1971878" y="12700"/>
                  </a:lnTo>
                  <a:close/>
                </a:path>
                <a:path w="2059940" h="1447800">
                  <a:moveTo>
                    <a:pt x="1990915" y="25400"/>
                  </a:moveTo>
                  <a:lnTo>
                    <a:pt x="68910" y="25400"/>
                  </a:lnTo>
                  <a:lnTo>
                    <a:pt x="74714" y="12700"/>
                  </a:lnTo>
                  <a:lnTo>
                    <a:pt x="1984590" y="12700"/>
                  </a:lnTo>
                  <a:lnTo>
                    <a:pt x="1990915" y="25400"/>
                  </a:lnTo>
                  <a:close/>
                </a:path>
                <a:path w="2059940" h="1447800">
                  <a:moveTo>
                    <a:pt x="98971" y="38100"/>
                  </a:moveTo>
                  <a:lnTo>
                    <a:pt x="51244" y="38100"/>
                  </a:lnTo>
                  <a:lnTo>
                    <a:pt x="56908" y="25400"/>
                  </a:lnTo>
                  <a:lnTo>
                    <a:pt x="105308" y="25400"/>
                  </a:lnTo>
                  <a:lnTo>
                    <a:pt x="98971" y="38100"/>
                  </a:lnTo>
                  <a:close/>
                </a:path>
                <a:path w="2059940" h="1447800">
                  <a:moveTo>
                    <a:pt x="2008581" y="38100"/>
                  </a:moveTo>
                  <a:lnTo>
                    <a:pt x="1960867" y="38100"/>
                  </a:lnTo>
                  <a:lnTo>
                    <a:pt x="1954530" y="25400"/>
                  </a:lnTo>
                  <a:lnTo>
                    <a:pt x="2002916" y="25400"/>
                  </a:lnTo>
                  <a:lnTo>
                    <a:pt x="2008581" y="38100"/>
                  </a:lnTo>
                  <a:close/>
                </a:path>
                <a:path w="2059940" h="1447800">
                  <a:moveTo>
                    <a:pt x="77520" y="50800"/>
                  </a:moveTo>
                  <a:lnTo>
                    <a:pt x="40258" y="50800"/>
                  </a:lnTo>
                  <a:lnTo>
                    <a:pt x="45402" y="38100"/>
                  </a:lnTo>
                  <a:lnTo>
                    <a:pt x="83134" y="38100"/>
                  </a:lnTo>
                  <a:lnTo>
                    <a:pt x="77520" y="50800"/>
                  </a:lnTo>
                  <a:close/>
                </a:path>
                <a:path w="2059940" h="1447800">
                  <a:moveTo>
                    <a:pt x="2019566" y="50800"/>
                  </a:moveTo>
                  <a:lnTo>
                    <a:pt x="1982304" y="50800"/>
                  </a:lnTo>
                  <a:lnTo>
                    <a:pt x="1976704" y="38100"/>
                  </a:lnTo>
                  <a:lnTo>
                    <a:pt x="2014423" y="38100"/>
                  </a:lnTo>
                  <a:lnTo>
                    <a:pt x="2019566" y="50800"/>
                  </a:lnTo>
                  <a:close/>
                </a:path>
                <a:path w="2059940" h="1447800">
                  <a:moveTo>
                    <a:pt x="59054" y="63500"/>
                  </a:moveTo>
                  <a:lnTo>
                    <a:pt x="26771" y="63500"/>
                  </a:lnTo>
                  <a:lnTo>
                    <a:pt x="30759" y="50800"/>
                  </a:lnTo>
                  <a:lnTo>
                    <a:pt x="63792" y="50800"/>
                  </a:lnTo>
                  <a:lnTo>
                    <a:pt x="59054" y="63500"/>
                  </a:lnTo>
                  <a:close/>
                </a:path>
                <a:path w="2059940" h="1447800">
                  <a:moveTo>
                    <a:pt x="63360" y="63500"/>
                  </a:moveTo>
                  <a:lnTo>
                    <a:pt x="63792" y="50800"/>
                  </a:lnTo>
                  <a:lnTo>
                    <a:pt x="68325" y="50800"/>
                  </a:lnTo>
                  <a:lnTo>
                    <a:pt x="63360" y="63500"/>
                  </a:lnTo>
                  <a:close/>
                </a:path>
                <a:path w="2059940" h="1447800">
                  <a:moveTo>
                    <a:pt x="1996465" y="63500"/>
                  </a:moveTo>
                  <a:lnTo>
                    <a:pt x="1991499" y="50800"/>
                  </a:lnTo>
                  <a:lnTo>
                    <a:pt x="1996046" y="50800"/>
                  </a:lnTo>
                  <a:lnTo>
                    <a:pt x="1996465" y="63500"/>
                  </a:lnTo>
                  <a:close/>
                </a:path>
                <a:path w="2059940" h="1447800">
                  <a:moveTo>
                    <a:pt x="2033054" y="63500"/>
                  </a:moveTo>
                  <a:lnTo>
                    <a:pt x="2000783" y="63500"/>
                  </a:lnTo>
                  <a:lnTo>
                    <a:pt x="1996046" y="50800"/>
                  </a:lnTo>
                  <a:lnTo>
                    <a:pt x="2029066" y="50800"/>
                  </a:lnTo>
                  <a:lnTo>
                    <a:pt x="2033054" y="63500"/>
                  </a:lnTo>
                  <a:close/>
                </a:path>
                <a:path w="2059940" h="1447800">
                  <a:moveTo>
                    <a:pt x="51104" y="76200"/>
                  </a:moveTo>
                  <a:lnTo>
                    <a:pt x="18948" y="76200"/>
                  </a:lnTo>
                  <a:lnTo>
                    <a:pt x="22390" y="63500"/>
                  </a:lnTo>
                  <a:lnTo>
                    <a:pt x="55346" y="63500"/>
                  </a:lnTo>
                  <a:lnTo>
                    <a:pt x="51104" y="76200"/>
                  </a:lnTo>
                  <a:close/>
                </a:path>
                <a:path w="2059940" h="1447800">
                  <a:moveTo>
                    <a:pt x="2040877" y="76200"/>
                  </a:moveTo>
                  <a:lnTo>
                    <a:pt x="2008733" y="76200"/>
                  </a:lnTo>
                  <a:lnTo>
                    <a:pt x="2004479" y="63500"/>
                  </a:lnTo>
                  <a:lnTo>
                    <a:pt x="2037435" y="63500"/>
                  </a:lnTo>
                  <a:lnTo>
                    <a:pt x="2040877" y="76200"/>
                  </a:lnTo>
                  <a:close/>
                </a:path>
                <a:path w="2059940" h="1447800">
                  <a:moveTo>
                    <a:pt x="35509" y="101600"/>
                  </a:moveTo>
                  <a:lnTo>
                    <a:pt x="9347" y="101600"/>
                  </a:lnTo>
                  <a:lnTo>
                    <a:pt x="12115" y="88900"/>
                  </a:lnTo>
                  <a:lnTo>
                    <a:pt x="15493" y="76200"/>
                  </a:lnTo>
                  <a:lnTo>
                    <a:pt x="44411" y="76200"/>
                  </a:lnTo>
                  <a:lnTo>
                    <a:pt x="40970" y="88900"/>
                  </a:lnTo>
                  <a:lnTo>
                    <a:pt x="38379" y="88900"/>
                  </a:lnTo>
                  <a:lnTo>
                    <a:pt x="35509" y="101600"/>
                  </a:lnTo>
                  <a:close/>
                </a:path>
                <a:path w="2059940" h="1447800">
                  <a:moveTo>
                    <a:pt x="2047468" y="88900"/>
                  </a:moveTo>
                  <a:lnTo>
                    <a:pt x="2018855" y="88900"/>
                  </a:lnTo>
                  <a:lnTo>
                    <a:pt x="2015413" y="76200"/>
                  </a:lnTo>
                  <a:lnTo>
                    <a:pt x="2044331" y="76200"/>
                  </a:lnTo>
                  <a:lnTo>
                    <a:pt x="2047468" y="88900"/>
                  </a:lnTo>
                  <a:close/>
                </a:path>
                <a:path w="2059940" h="1447800">
                  <a:moveTo>
                    <a:pt x="2050275" y="101600"/>
                  </a:moveTo>
                  <a:lnTo>
                    <a:pt x="2024316" y="101600"/>
                  </a:lnTo>
                  <a:lnTo>
                    <a:pt x="2021459" y="88900"/>
                  </a:lnTo>
                  <a:lnTo>
                    <a:pt x="2047709" y="88900"/>
                  </a:lnTo>
                  <a:lnTo>
                    <a:pt x="2050275" y="101600"/>
                  </a:lnTo>
                  <a:close/>
                </a:path>
                <a:path w="2059940" h="1447800">
                  <a:moveTo>
                    <a:pt x="31153" y="114300"/>
                  </a:moveTo>
                  <a:lnTo>
                    <a:pt x="4978" y="114300"/>
                  </a:lnTo>
                  <a:lnTo>
                    <a:pt x="6908" y="101600"/>
                  </a:lnTo>
                  <a:lnTo>
                    <a:pt x="33400" y="101600"/>
                  </a:lnTo>
                  <a:lnTo>
                    <a:pt x="31153" y="114300"/>
                  </a:lnTo>
                  <a:close/>
                </a:path>
                <a:path w="2059940" h="1447800">
                  <a:moveTo>
                    <a:pt x="2054847" y="114300"/>
                  </a:moveTo>
                  <a:lnTo>
                    <a:pt x="2028672" y="114300"/>
                  </a:lnTo>
                  <a:lnTo>
                    <a:pt x="2026424" y="101600"/>
                  </a:lnTo>
                  <a:lnTo>
                    <a:pt x="2052739" y="101600"/>
                  </a:lnTo>
                  <a:lnTo>
                    <a:pt x="2054847" y="114300"/>
                  </a:lnTo>
                  <a:close/>
                </a:path>
                <a:path w="2059940" h="1447800">
                  <a:moveTo>
                    <a:pt x="26098" y="139700"/>
                  </a:moveTo>
                  <a:lnTo>
                    <a:pt x="762" y="139700"/>
                  </a:lnTo>
                  <a:lnTo>
                    <a:pt x="1739" y="127000"/>
                  </a:lnTo>
                  <a:lnTo>
                    <a:pt x="3225" y="114300"/>
                  </a:lnTo>
                  <a:lnTo>
                    <a:pt x="29565" y="114300"/>
                  </a:lnTo>
                  <a:lnTo>
                    <a:pt x="28105" y="127000"/>
                  </a:lnTo>
                  <a:lnTo>
                    <a:pt x="26936" y="127000"/>
                  </a:lnTo>
                  <a:lnTo>
                    <a:pt x="26098" y="139700"/>
                  </a:lnTo>
                  <a:close/>
                </a:path>
                <a:path w="2059940" h="1447800">
                  <a:moveTo>
                    <a:pt x="2058085" y="127000"/>
                  </a:moveTo>
                  <a:lnTo>
                    <a:pt x="2031847" y="127000"/>
                  </a:lnTo>
                  <a:lnTo>
                    <a:pt x="2030260" y="114300"/>
                  </a:lnTo>
                  <a:lnTo>
                    <a:pt x="2056726" y="114300"/>
                  </a:lnTo>
                  <a:lnTo>
                    <a:pt x="2058085" y="127000"/>
                  </a:lnTo>
                  <a:close/>
                </a:path>
                <a:path w="2059940" h="1447800">
                  <a:moveTo>
                    <a:pt x="2059063" y="139700"/>
                  </a:moveTo>
                  <a:lnTo>
                    <a:pt x="2033803" y="139700"/>
                  </a:lnTo>
                  <a:lnTo>
                    <a:pt x="2032990" y="127000"/>
                  </a:lnTo>
                  <a:lnTo>
                    <a:pt x="2059000" y="127000"/>
                  </a:lnTo>
                  <a:lnTo>
                    <a:pt x="2059063" y="139700"/>
                  </a:lnTo>
                  <a:close/>
                </a:path>
                <a:path w="2059940" h="1447800">
                  <a:moveTo>
                    <a:pt x="25387" y="1295400"/>
                  </a:moveTo>
                  <a:lnTo>
                    <a:pt x="0" y="1295400"/>
                  </a:lnTo>
                  <a:lnTo>
                    <a:pt x="0" y="152400"/>
                  </a:lnTo>
                  <a:lnTo>
                    <a:pt x="177" y="139700"/>
                  </a:lnTo>
                  <a:lnTo>
                    <a:pt x="25577" y="139700"/>
                  </a:lnTo>
                  <a:lnTo>
                    <a:pt x="25387" y="152400"/>
                  </a:lnTo>
                  <a:lnTo>
                    <a:pt x="25387" y="1295400"/>
                  </a:lnTo>
                  <a:close/>
                </a:path>
                <a:path w="2059940" h="1447800">
                  <a:moveTo>
                    <a:pt x="2059825" y="1295400"/>
                  </a:moveTo>
                  <a:lnTo>
                    <a:pt x="2034438" y="1295400"/>
                  </a:lnTo>
                  <a:lnTo>
                    <a:pt x="2034438" y="152400"/>
                  </a:lnTo>
                  <a:lnTo>
                    <a:pt x="2034286" y="139700"/>
                  </a:lnTo>
                  <a:lnTo>
                    <a:pt x="2059647" y="139700"/>
                  </a:lnTo>
                  <a:lnTo>
                    <a:pt x="2059825" y="152400"/>
                  </a:lnTo>
                  <a:lnTo>
                    <a:pt x="2059825" y="1295400"/>
                  </a:lnTo>
                  <a:close/>
                </a:path>
                <a:path w="2059940" h="1447800">
                  <a:moveTo>
                    <a:pt x="26034" y="1308100"/>
                  </a:moveTo>
                  <a:lnTo>
                    <a:pt x="215" y="1308100"/>
                  </a:lnTo>
                  <a:lnTo>
                    <a:pt x="177" y="1295400"/>
                  </a:lnTo>
                  <a:lnTo>
                    <a:pt x="25539" y="1295400"/>
                  </a:lnTo>
                  <a:lnTo>
                    <a:pt x="26034" y="1308100"/>
                  </a:lnTo>
                  <a:close/>
                </a:path>
                <a:path w="2059940" h="1447800">
                  <a:moveTo>
                    <a:pt x="2058085" y="1320800"/>
                  </a:moveTo>
                  <a:lnTo>
                    <a:pt x="2031720" y="1320800"/>
                  </a:lnTo>
                  <a:lnTo>
                    <a:pt x="2032889" y="1308100"/>
                  </a:lnTo>
                  <a:lnTo>
                    <a:pt x="2033727" y="1308100"/>
                  </a:lnTo>
                  <a:lnTo>
                    <a:pt x="2034247" y="1295400"/>
                  </a:lnTo>
                  <a:lnTo>
                    <a:pt x="2059647" y="1295400"/>
                  </a:lnTo>
                  <a:lnTo>
                    <a:pt x="2059000" y="1308100"/>
                  </a:lnTo>
                  <a:lnTo>
                    <a:pt x="2058085" y="1320800"/>
                  </a:lnTo>
                  <a:close/>
                </a:path>
                <a:path w="2059940" h="1447800">
                  <a:moveTo>
                    <a:pt x="27978" y="1320800"/>
                  </a:moveTo>
                  <a:lnTo>
                    <a:pt x="1739" y="1320800"/>
                  </a:lnTo>
                  <a:lnTo>
                    <a:pt x="762" y="1308100"/>
                  </a:lnTo>
                  <a:lnTo>
                    <a:pt x="26847" y="1308100"/>
                  </a:lnTo>
                  <a:lnTo>
                    <a:pt x="27978" y="1320800"/>
                  </a:lnTo>
                  <a:close/>
                </a:path>
                <a:path w="2059940" h="1447800">
                  <a:moveTo>
                    <a:pt x="35750" y="1346200"/>
                  </a:moveTo>
                  <a:lnTo>
                    <a:pt x="6908" y="1346200"/>
                  </a:lnTo>
                  <a:lnTo>
                    <a:pt x="4978" y="1333500"/>
                  </a:lnTo>
                  <a:lnTo>
                    <a:pt x="3098" y="1320800"/>
                  </a:lnTo>
                  <a:lnTo>
                    <a:pt x="29413" y="1320800"/>
                  </a:lnTo>
                  <a:lnTo>
                    <a:pt x="31343" y="1333500"/>
                  </a:lnTo>
                  <a:lnTo>
                    <a:pt x="33185" y="1333500"/>
                  </a:lnTo>
                  <a:lnTo>
                    <a:pt x="35750" y="1346200"/>
                  </a:lnTo>
                  <a:close/>
                </a:path>
                <a:path w="2059940" h="1447800">
                  <a:moveTo>
                    <a:pt x="2052739" y="1346200"/>
                  </a:moveTo>
                  <a:lnTo>
                    <a:pt x="2024075" y="1346200"/>
                  </a:lnTo>
                  <a:lnTo>
                    <a:pt x="2026640" y="1333500"/>
                  </a:lnTo>
                  <a:lnTo>
                    <a:pt x="2028482" y="1333500"/>
                  </a:lnTo>
                  <a:lnTo>
                    <a:pt x="2030412" y="1320800"/>
                  </a:lnTo>
                  <a:lnTo>
                    <a:pt x="2056599" y="1320800"/>
                  </a:lnTo>
                  <a:lnTo>
                    <a:pt x="2054847" y="1333500"/>
                  </a:lnTo>
                  <a:lnTo>
                    <a:pt x="2052739" y="1346200"/>
                  </a:lnTo>
                  <a:close/>
                </a:path>
                <a:path w="2059940" h="1447800">
                  <a:moveTo>
                    <a:pt x="41262" y="1358900"/>
                  </a:moveTo>
                  <a:lnTo>
                    <a:pt x="12115" y="1358900"/>
                  </a:lnTo>
                  <a:lnTo>
                    <a:pt x="9347" y="1346200"/>
                  </a:lnTo>
                  <a:lnTo>
                    <a:pt x="38100" y="1346200"/>
                  </a:lnTo>
                  <a:lnTo>
                    <a:pt x="41262" y="1358900"/>
                  </a:lnTo>
                  <a:close/>
                </a:path>
                <a:path w="2059940" h="1447800">
                  <a:moveTo>
                    <a:pt x="2047709" y="1358900"/>
                  </a:moveTo>
                  <a:lnTo>
                    <a:pt x="2018563" y="1358900"/>
                  </a:lnTo>
                  <a:lnTo>
                    <a:pt x="2021725" y="1346200"/>
                  </a:lnTo>
                  <a:lnTo>
                    <a:pt x="2050275" y="1346200"/>
                  </a:lnTo>
                  <a:lnTo>
                    <a:pt x="2047709" y="1358900"/>
                  </a:lnTo>
                  <a:close/>
                </a:path>
                <a:path w="2059940" h="1447800">
                  <a:moveTo>
                    <a:pt x="47815" y="1371600"/>
                  </a:moveTo>
                  <a:lnTo>
                    <a:pt x="18948" y="1371600"/>
                  </a:lnTo>
                  <a:lnTo>
                    <a:pt x="15493" y="1358900"/>
                  </a:lnTo>
                  <a:lnTo>
                    <a:pt x="44094" y="1358900"/>
                  </a:lnTo>
                  <a:lnTo>
                    <a:pt x="47815" y="1371600"/>
                  </a:lnTo>
                  <a:close/>
                </a:path>
                <a:path w="2059940" h="1447800">
                  <a:moveTo>
                    <a:pt x="2040877" y="1371600"/>
                  </a:moveTo>
                  <a:lnTo>
                    <a:pt x="2012010" y="1371600"/>
                  </a:lnTo>
                  <a:lnTo>
                    <a:pt x="2015731" y="1358900"/>
                  </a:lnTo>
                  <a:lnTo>
                    <a:pt x="2044331" y="1358900"/>
                  </a:lnTo>
                  <a:lnTo>
                    <a:pt x="2040877" y="1371600"/>
                  </a:lnTo>
                  <a:close/>
                </a:path>
                <a:path w="2059940" h="1447800">
                  <a:moveTo>
                    <a:pt x="59461" y="1384300"/>
                  </a:moveTo>
                  <a:lnTo>
                    <a:pt x="26428" y="1384300"/>
                  </a:lnTo>
                  <a:lnTo>
                    <a:pt x="22390" y="1371600"/>
                  </a:lnTo>
                  <a:lnTo>
                    <a:pt x="54965" y="1371600"/>
                  </a:lnTo>
                  <a:lnTo>
                    <a:pt x="59461" y="1384300"/>
                  </a:lnTo>
                  <a:close/>
                </a:path>
                <a:path w="2059940" h="1447800">
                  <a:moveTo>
                    <a:pt x="2033396" y="1384300"/>
                  </a:moveTo>
                  <a:lnTo>
                    <a:pt x="2000364" y="1384300"/>
                  </a:lnTo>
                  <a:lnTo>
                    <a:pt x="2004860" y="1371600"/>
                  </a:lnTo>
                  <a:lnTo>
                    <a:pt x="2037435" y="1371600"/>
                  </a:lnTo>
                  <a:lnTo>
                    <a:pt x="2033396" y="1384300"/>
                  </a:lnTo>
                  <a:close/>
                </a:path>
                <a:path w="2059940" h="1447800">
                  <a:moveTo>
                    <a:pt x="68325" y="1397000"/>
                  </a:moveTo>
                  <a:lnTo>
                    <a:pt x="35763" y="1397000"/>
                  </a:lnTo>
                  <a:lnTo>
                    <a:pt x="30759" y="1384300"/>
                  </a:lnTo>
                  <a:lnTo>
                    <a:pt x="63360" y="1384300"/>
                  </a:lnTo>
                  <a:lnTo>
                    <a:pt x="68325" y="1397000"/>
                  </a:lnTo>
                  <a:close/>
                </a:path>
                <a:path w="2059940" h="1447800">
                  <a:moveTo>
                    <a:pt x="73075" y="1397000"/>
                  </a:moveTo>
                  <a:lnTo>
                    <a:pt x="68325" y="1397000"/>
                  </a:lnTo>
                  <a:lnTo>
                    <a:pt x="67881" y="1384300"/>
                  </a:lnTo>
                  <a:lnTo>
                    <a:pt x="73075" y="1397000"/>
                  </a:lnTo>
                  <a:close/>
                </a:path>
                <a:path w="2059940" h="1447800">
                  <a:moveTo>
                    <a:pt x="1991499" y="1397000"/>
                  </a:moveTo>
                  <a:lnTo>
                    <a:pt x="1986762" y="1397000"/>
                  </a:lnTo>
                  <a:lnTo>
                    <a:pt x="1991944" y="1384300"/>
                  </a:lnTo>
                  <a:lnTo>
                    <a:pt x="1991499" y="1397000"/>
                  </a:lnTo>
                  <a:close/>
                </a:path>
                <a:path w="2059940" h="1447800">
                  <a:moveTo>
                    <a:pt x="2024456" y="1397000"/>
                  </a:moveTo>
                  <a:lnTo>
                    <a:pt x="1991499" y="1397000"/>
                  </a:lnTo>
                  <a:lnTo>
                    <a:pt x="1996465" y="1384300"/>
                  </a:lnTo>
                  <a:lnTo>
                    <a:pt x="2029066" y="1384300"/>
                  </a:lnTo>
                  <a:lnTo>
                    <a:pt x="2024456" y="1397000"/>
                  </a:lnTo>
                  <a:close/>
                </a:path>
                <a:path w="2059940" h="1447800">
                  <a:moveTo>
                    <a:pt x="88430" y="1409700"/>
                  </a:moveTo>
                  <a:lnTo>
                    <a:pt x="45402" y="1409700"/>
                  </a:lnTo>
                  <a:lnTo>
                    <a:pt x="40258" y="1397000"/>
                  </a:lnTo>
                  <a:lnTo>
                    <a:pt x="82626" y="1397000"/>
                  </a:lnTo>
                  <a:lnTo>
                    <a:pt x="88430" y="1409700"/>
                  </a:lnTo>
                  <a:close/>
                </a:path>
                <a:path w="2059940" h="1447800">
                  <a:moveTo>
                    <a:pt x="2014423" y="1409700"/>
                  </a:moveTo>
                  <a:lnTo>
                    <a:pt x="1971395" y="1409700"/>
                  </a:lnTo>
                  <a:lnTo>
                    <a:pt x="1977199" y="1397000"/>
                  </a:lnTo>
                  <a:lnTo>
                    <a:pt x="2019566" y="1397000"/>
                  </a:lnTo>
                  <a:lnTo>
                    <a:pt x="2014423" y="1409700"/>
                  </a:lnTo>
                  <a:close/>
                </a:path>
                <a:path w="2059940" h="1447800">
                  <a:moveTo>
                    <a:pt x="111226" y="1422400"/>
                  </a:moveTo>
                  <a:lnTo>
                    <a:pt x="62801" y="1422400"/>
                  </a:lnTo>
                  <a:lnTo>
                    <a:pt x="56908" y="1409700"/>
                  </a:lnTo>
                  <a:lnTo>
                    <a:pt x="104724" y="1409700"/>
                  </a:lnTo>
                  <a:lnTo>
                    <a:pt x="111226" y="1422400"/>
                  </a:lnTo>
                  <a:close/>
                </a:path>
                <a:path w="2059940" h="1447800">
                  <a:moveTo>
                    <a:pt x="1997519" y="1422400"/>
                  </a:moveTo>
                  <a:lnTo>
                    <a:pt x="1948599" y="1422400"/>
                  </a:lnTo>
                  <a:lnTo>
                    <a:pt x="1955101" y="1409700"/>
                  </a:lnTo>
                  <a:lnTo>
                    <a:pt x="2002916" y="1409700"/>
                  </a:lnTo>
                  <a:lnTo>
                    <a:pt x="1997519" y="1422400"/>
                  </a:lnTo>
                  <a:close/>
                </a:path>
                <a:path w="2059940" h="1447800">
                  <a:moveTo>
                    <a:pt x="1978596" y="1435100"/>
                  </a:moveTo>
                  <a:lnTo>
                    <a:pt x="81229" y="1435100"/>
                  </a:lnTo>
                  <a:lnTo>
                    <a:pt x="74714" y="1422400"/>
                  </a:lnTo>
                  <a:lnTo>
                    <a:pt x="1984590" y="1422400"/>
                  </a:lnTo>
                  <a:lnTo>
                    <a:pt x="1978596" y="1435100"/>
                  </a:lnTo>
                  <a:close/>
                </a:path>
                <a:path w="2059940" h="1447800">
                  <a:moveTo>
                    <a:pt x="1950681" y="1447800"/>
                  </a:moveTo>
                  <a:lnTo>
                    <a:pt x="109143" y="1447800"/>
                  </a:lnTo>
                  <a:lnTo>
                    <a:pt x="101904" y="1435100"/>
                  </a:lnTo>
                  <a:lnTo>
                    <a:pt x="1957336" y="1435100"/>
                  </a:lnTo>
                  <a:lnTo>
                    <a:pt x="1950681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155537" y="5331764"/>
            <a:ext cx="1793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Defect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Prediction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11723" y="5236464"/>
            <a:ext cx="431800" cy="504825"/>
          </a:xfrm>
          <a:custGeom>
            <a:avLst/>
            <a:gdLst/>
            <a:ahLst/>
            <a:cxnLst/>
            <a:rect l="l" t="t" r="r" b="b"/>
            <a:pathLst>
              <a:path w="431800" h="504825">
                <a:moveTo>
                  <a:pt x="216408" y="504444"/>
                </a:moveTo>
                <a:lnTo>
                  <a:pt x="0" y="251460"/>
                </a:lnTo>
                <a:lnTo>
                  <a:pt x="216408" y="0"/>
                </a:lnTo>
                <a:lnTo>
                  <a:pt x="216408" y="100584"/>
                </a:lnTo>
                <a:lnTo>
                  <a:pt x="431291" y="100584"/>
                </a:lnTo>
                <a:lnTo>
                  <a:pt x="431291" y="403860"/>
                </a:lnTo>
                <a:lnTo>
                  <a:pt x="216408" y="403860"/>
                </a:lnTo>
                <a:lnTo>
                  <a:pt x="216408" y="504444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3173983" y="4760277"/>
            <a:ext cx="2059939" cy="1447800"/>
            <a:chOff x="3173983" y="4760277"/>
            <a:chExt cx="2059939" cy="1447800"/>
          </a:xfrm>
        </p:grpSpPr>
        <p:sp>
          <p:nvSpPr>
            <p:cNvPr id="36" name="object 36"/>
            <p:cNvSpPr/>
            <p:nvPr/>
          </p:nvSpPr>
          <p:spPr>
            <a:xfrm>
              <a:off x="3186683" y="4773168"/>
              <a:ext cx="2034539" cy="1431290"/>
            </a:xfrm>
            <a:custGeom>
              <a:avLst/>
              <a:gdLst/>
              <a:ahLst/>
              <a:cxnLst/>
              <a:rect l="l" t="t" r="r" b="b"/>
              <a:pathLst>
                <a:path w="2034539" h="1431289">
                  <a:moveTo>
                    <a:pt x="1891283" y="1431036"/>
                  </a:moveTo>
                  <a:lnTo>
                    <a:pt x="143256" y="1431036"/>
                  </a:lnTo>
                  <a:lnTo>
                    <a:pt x="97939" y="1423465"/>
                  </a:lnTo>
                  <a:lnTo>
                    <a:pt x="58607" y="1403007"/>
                  </a:lnTo>
                  <a:lnTo>
                    <a:pt x="27608" y="1372007"/>
                  </a:lnTo>
                  <a:lnTo>
                    <a:pt x="7289" y="1332816"/>
                  </a:lnTo>
                  <a:lnTo>
                    <a:pt x="0" y="1287780"/>
                  </a:lnTo>
                  <a:lnTo>
                    <a:pt x="0" y="143256"/>
                  </a:lnTo>
                  <a:lnTo>
                    <a:pt x="7289" y="97849"/>
                  </a:lnTo>
                  <a:lnTo>
                    <a:pt x="27608" y="58474"/>
                  </a:lnTo>
                  <a:lnTo>
                    <a:pt x="58607" y="27476"/>
                  </a:lnTo>
                  <a:lnTo>
                    <a:pt x="97939" y="7203"/>
                  </a:lnTo>
                  <a:lnTo>
                    <a:pt x="143256" y="0"/>
                  </a:lnTo>
                  <a:lnTo>
                    <a:pt x="1891283" y="0"/>
                  </a:lnTo>
                  <a:lnTo>
                    <a:pt x="1936545" y="7203"/>
                  </a:lnTo>
                  <a:lnTo>
                    <a:pt x="1975850" y="27476"/>
                  </a:lnTo>
                  <a:lnTo>
                    <a:pt x="2006849" y="58474"/>
                  </a:lnTo>
                  <a:lnTo>
                    <a:pt x="2027195" y="97849"/>
                  </a:lnTo>
                  <a:lnTo>
                    <a:pt x="2034540" y="143256"/>
                  </a:lnTo>
                  <a:lnTo>
                    <a:pt x="2034540" y="1287780"/>
                  </a:lnTo>
                  <a:lnTo>
                    <a:pt x="2027195" y="1332816"/>
                  </a:lnTo>
                  <a:lnTo>
                    <a:pt x="2006849" y="1372007"/>
                  </a:lnTo>
                  <a:lnTo>
                    <a:pt x="1975850" y="1403007"/>
                  </a:lnTo>
                  <a:lnTo>
                    <a:pt x="1936545" y="1423465"/>
                  </a:lnTo>
                  <a:lnTo>
                    <a:pt x="1891283" y="14310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73983" y="4760277"/>
              <a:ext cx="2059939" cy="1447800"/>
            </a:xfrm>
            <a:custGeom>
              <a:avLst/>
              <a:gdLst/>
              <a:ahLst/>
              <a:cxnLst/>
              <a:rect l="l" t="t" r="r" b="b"/>
              <a:pathLst>
                <a:path w="2059939" h="1447800">
                  <a:moveTo>
                    <a:pt x="1971878" y="12700"/>
                  </a:moveTo>
                  <a:lnTo>
                    <a:pt x="88493" y="12700"/>
                  </a:lnTo>
                  <a:lnTo>
                    <a:pt x="94830" y="0"/>
                  </a:lnTo>
                  <a:lnTo>
                    <a:pt x="1964982" y="0"/>
                  </a:lnTo>
                  <a:lnTo>
                    <a:pt x="1971878" y="12700"/>
                  </a:lnTo>
                  <a:close/>
                </a:path>
                <a:path w="2059939" h="1447800">
                  <a:moveTo>
                    <a:pt x="1990915" y="25400"/>
                  </a:moveTo>
                  <a:lnTo>
                    <a:pt x="68910" y="25400"/>
                  </a:lnTo>
                  <a:lnTo>
                    <a:pt x="75234" y="12700"/>
                  </a:lnTo>
                  <a:lnTo>
                    <a:pt x="1985111" y="12700"/>
                  </a:lnTo>
                  <a:lnTo>
                    <a:pt x="1990915" y="25400"/>
                  </a:lnTo>
                  <a:close/>
                </a:path>
                <a:path w="2059939" h="1447800">
                  <a:moveTo>
                    <a:pt x="98958" y="38100"/>
                  </a:moveTo>
                  <a:lnTo>
                    <a:pt x="51244" y="38100"/>
                  </a:lnTo>
                  <a:lnTo>
                    <a:pt x="56908" y="25400"/>
                  </a:lnTo>
                  <a:lnTo>
                    <a:pt x="105295" y="25400"/>
                  </a:lnTo>
                  <a:lnTo>
                    <a:pt x="98958" y="38100"/>
                  </a:lnTo>
                  <a:close/>
                </a:path>
                <a:path w="2059939" h="1447800">
                  <a:moveTo>
                    <a:pt x="2008581" y="38100"/>
                  </a:moveTo>
                  <a:lnTo>
                    <a:pt x="1960854" y="38100"/>
                  </a:lnTo>
                  <a:lnTo>
                    <a:pt x="1954517" y="25400"/>
                  </a:lnTo>
                  <a:lnTo>
                    <a:pt x="2002917" y="25400"/>
                  </a:lnTo>
                  <a:lnTo>
                    <a:pt x="2008581" y="38100"/>
                  </a:lnTo>
                  <a:close/>
                </a:path>
                <a:path w="2059939" h="1447800">
                  <a:moveTo>
                    <a:pt x="77520" y="50800"/>
                  </a:moveTo>
                  <a:lnTo>
                    <a:pt x="40259" y="50800"/>
                  </a:lnTo>
                  <a:lnTo>
                    <a:pt x="45402" y="38100"/>
                  </a:lnTo>
                  <a:lnTo>
                    <a:pt x="83121" y="38100"/>
                  </a:lnTo>
                  <a:lnTo>
                    <a:pt x="77520" y="50800"/>
                  </a:lnTo>
                  <a:close/>
                </a:path>
                <a:path w="2059939" h="1447800">
                  <a:moveTo>
                    <a:pt x="2019566" y="50800"/>
                  </a:moveTo>
                  <a:lnTo>
                    <a:pt x="1982304" y="50800"/>
                  </a:lnTo>
                  <a:lnTo>
                    <a:pt x="1976691" y="38100"/>
                  </a:lnTo>
                  <a:lnTo>
                    <a:pt x="2014423" y="38100"/>
                  </a:lnTo>
                  <a:lnTo>
                    <a:pt x="2019566" y="50800"/>
                  </a:lnTo>
                  <a:close/>
                </a:path>
                <a:path w="2059939" h="1447800">
                  <a:moveTo>
                    <a:pt x="59042" y="63500"/>
                  </a:moveTo>
                  <a:lnTo>
                    <a:pt x="26771" y="63500"/>
                  </a:lnTo>
                  <a:lnTo>
                    <a:pt x="30759" y="50800"/>
                  </a:lnTo>
                  <a:lnTo>
                    <a:pt x="63779" y="50800"/>
                  </a:lnTo>
                  <a:lnTo>
                    <a:pt x="59042" y="63500"/>
                  </a:lnTo>
                  <a:close/>
                </a:path>
                <a:path w="2059939" h="1447800">
                  <a:moveTo>
                    <a:pt x="63360" y="63500"/>
                  </a:moveTo>
                  <a:lnTo>
                    <a:pt x="63779" y="50800"/>
                  </a:lnTo>
                  <a:lnTo>
                    <a:pt x="68326" y="50800"/>
                  </a:lnTo>
                  <a:lnTo>
                    <a:pt x="63360" y="63500"/>
                  </a:lnTo>
                  <a:close/>
                </a:path>
                <a:path w="2059939" h="1447800">
                  <a:moveTo>
                    <a:pt x="1996465" y="63500"/>
                  </a:moveTo>
                  <a:lnTo>
                    <a:pt x="1991499" y="50800"/>
                  </a:lnTo>
                  <a:lnTo>
                    <a:pt x="1996033" y="50800"/>
                  </a:lnTo>
                  <a:lnTo>
                    <a:pt x="1996465" y="63500"/>
                  </a:lnTo>
                  <a:close/>
                </a:path>
                <a:path w="2059939" h="1447800">
                  <a:moveTo>
                    <a:pt x="2033054" y="63500"/>
                  </a:moveTo>
                  <a:lnTo>
                    <a:pt x="2000770" y="63500"/>
                  </a:lnTo>
                  <a:lnTo>
                    <a:pt x="1996033" y="50800"/>
                  </a:lnTo>
                  <a:lnTo>
                    <a:pt x="2029066" y="50800"/>
                  </a:lnTo>
                  <a:lnTo>
                    <a:pt x="2033054" y="63500"/>
                  </a:lnTo>
                  <a:close/>
                </a:path>
                <a:path w="2059939" h="1447800">
                  <a:moveTo>
                    <a:pt x="51092" y="76200"/>
                  </a:moveTo>
                  <a:lnTo>
                    <a:pt x="18948" y="76200"/>
                  </a:lnTo>
                  <a:lnTo>
                    <a:pt x="22390" y="63500"/>
                  </a:lnTo>
                  <a:lnTo>
                    <a:pt x="55346" y="63500"/>
                  </a:lnTo>
                  <a:lnTo>
                    <a:pt x="51092" y="76200"/>
                  </a:lnTo>
                  <a:close/>
                </a:path>
                <a:path w="2059939" h="1447800">
                  <a:moveTo>
                    <a:pt x="2040877" y="76200"/>
                  </a:moveTo>
                  <a:lnTo>
                    <a:pt x="2008720" y="76200"/>
                  </a:lnTo>
                  <a:lnTo>
                    <a:pt x="2004479" y="63500"/>
                  </a:lnTo>
                  <a:lnTo>
                    <a:pt x="2037435" y="63500"/>
                  </a:lnTo>
                  <a:lnTo>
                    <a:pt x="2040877" y="76200"/>
                  </a:lnTo>
                  <a:close/>
                </a:path>
                <a:path w="2059939" h="1447800">
                  <a:moveTo>
                    <a:pt x="40970" y="88900"/>
                  </a:moveTo>
                  <a:lnTo>
                    <a:pt x="12357" y="88900"/>
                  </a:lnTo>
                  <a:lnTo>
                    <a:pt x="15493" y="76200"/>
                  </a:lnTo>
                  <a:lnTo>
                    <a:pt x="44411" y="76200"/>
                  </a:lnTo>
                  <a:lnTo>
                    <a:pt x="40970" y="88900"/>
                  </a:lnTo>
                  <a:close/>
                </a:path>
                <a:path w="2059939" h="1447800">
                  <a:moveTo>
                    <a:pt x="2050478" y="101600"/>
                  </a:moveTo>
                  <a:lnTo>
                    <a:pt x="2024316" y="101600"/>
                  </a:lnTo>
                  <a:lnTo>
                    <a:pt x="2021446" y="88900"/>
                  </a:lnTo>
                  <a:lnTo>
                    <a:pt x="2018855" y="88900"/>
                  </a:lnTo>
                  <a:lnTo>
                    <a:pt x="2015413" y="76200"/>
                  </a:lnTo>
                  <a:lnTo>
                    <a:pt x="2044331" y="76200"/>
                  </a:lnTo>
                  <a:lnTo>
                    <a:pt x="2047709" y="88900"/>
                  </a:lnTo>
                  <a:lnTo>
                    <a:pt x="2050478" y="101600"/>
                  </a:lnTo>
                  <a:close/>
                </a:path>
                <a:path w="2059939" h="1447800">
                  <a:moveTo>
                    <a:pt x="35509" y="101600"/>
                  </a:moveTo>
                  <a:lnTo>
                    <a:pt x="9347" y="101600"/>
                  </a:lnTo>
                  <a:lnTo>
                    <a:pt x="12115" y="88900"/>
                  </a:lnTo>
                  <a:lnTo>
                    <a:pt x="38366" y="88900"/>
                  </a:lnTo>
                  <a:lnTo>
                    <a:pt x="35509" y="101600"/>
                  </a:lnTo>
                  <a:close/>
                </a:path>
                <a:path w="2059939" h="1447800">
                  <a:moveTo>
                    <a:pt x="31153" y="114300"/>
                  </a:moveTo>
                  <a:lnTo>
                    <a:pt x="4813" y="114300"/>
                  </a:lnTo>
                  <a:lnTo>
                    <a:pt x="7086" y="101600"/>
                  </a:lnTo>
                  <a:lnTo>
                    <a:pt x="33401" y="101600"/>
                  </a:lnTo>
                  <a:lnTo>
                    <a:pt x="31153" y="114300"/>
                  </a:lnTo>
                  <a:close/>
                </a:path>
                <a:path w="2059939" h="1447800">
                  <a:moveTo>
                    <a:pt x="2054847" y="114300"/>
                  </a:moveTo>
                  <a:lnTo>
                    <a:pt x="2028672" y="114300"/>
                  </a:lnTo>
                  <a:lnTo>
                    <a:pt x="2026424" y="101600"/>
                  </a:lnTo>
                  <a:lnTo>
                    <a:pt x="2052916" y="101600"/>
                  </a:lnTo>
                  <a:lnTo>
                    <a:pt x="2054847" y="114300"/>
                  </a:lnTo>
                  <a:close/>
                </a:path>
                <a:path w="2059939" h="1447800">
                  <a:moveTo>
                    <a:pt x="27965" y="127000"/>
                  </a:moveTo>
                  <a:lnTo>
                    <a:pt x="1739" y="127000"/>
                  </a:lnTo>
                  <a:lnTo>
                    <a:pt x="3098" y="114300"/>
                  </a:lnTo>
                  <a:lnTo>
                    <a:pt x="29565" y="114300"/>
                  </a:lnTo>
                  <a:lnTo>
                    <a:pt x="27965" y="127000"/>
                  </a:lnTo>
                  <a:close/>
                </a:path>
                <a:path w="2059939" h="1447800">
                  <a:moveTo>
                    <a:pt x="2058085" y="127000"/>
                  </a:moveTo>
                  <a:lnTo>
                    <a:pt x="2031847" y="127000"/>
                  </a:lnTo>
                  <a:lnTo>
                    <a:pt x="2030260" y="114300"/>
                  </a:lnTo>
                  <a:lnTo>
                    <a:pt x="2056726" y="114300"/>
                  </a:lnTo>
                  <a:lnTo>
                    <a:pt x="2058085" y="127000"/>
                  </a:lnTo>
                  <a:close/>
                </a:path>
                <a:path w="2059939" h="1447800">
                  <a:moveTo>
                    <a:pt x="26098" y="139700"/>
                  </a:moveTo>
                  <a:lnTo>
                    <a:pt x="762" y="139700"/>
                  </a:lnTo>
                  <a:lnTo>
                    <a:pt x="825" y="127000"/>
                  </a:lnTo>
                  <a:lnTo>
                    <a:pt x="26936" y="127000"/>
                  </a:lnTo>
                  <a:lnTo>
                    <a:pt x="26098" y="139700"/>
                  </a:lnTo>
                  <a:close/>
                </a:path>
                <a:path w="2059939" h="1447800">
                  <a:moveTo>
                    <a:pt x="2059063" y="139700"/>
                  </a:moveTo>
                  <a:lnTo>
                    <a:pt x="2033790" y="139700"/>
                  </a:lnTo>
                  <a:lnTo>
                    <a:pt x="2032977" y="127000"/>
                  </a:lnTo>
                  <a:lnTo>
                    <a:pt x="2058987" y="127000"/>
                  </a:lnTo>
                  <a:lnTo>
                    <a:pt x="2059063" y="139700"/>
                  </a:lnTo>
                  <a:close/>
                </a:path>
                <a:path w="2059939" h="1447800">
                  <a:moveTo>
                    <a:pt x="25387" y="1295400"/>
                  </a:moveTo>
                  <a:lnTo>
                    <a:pt x="0" y="1295400"/>
                  </a:lnTo>
                  <a:lnTo>
                    <a:pt x="0" y="152400"/>
                  </a:lnTo>
                  <a:lnTo>
                    <a:pt x="177" y="139700"/>
                  </a:lnTo>
                  <a:lnTo>
                    <a:pt x="25577" y="139700"/>
                  </a:lnTo>
                  <a:lnTo>
                    <a:pt x="25387" y="152400"/>
                  </a:lnTo>
                  <a:lnTo>
                    <a:pt x="25387" y="1295400"/>
                  </a:lnTo>
                  <a:close/>
                </a:path>
                <a:path w="2059939" h="1447800">
                  <a:moveTo>
                    <a:pt x="2059825" y="1295400"/>
                  </a:moveTo>
                  <a:lnTo>
                    <a:pt x="2034438" y="1295400"/>
                  </a:lnTo>
                  <a:lnTo>
                    <a:pt x="2034438" y="152400"/>
                  </a:lnTo>
                  <a:lnTo>
                    <a:pt x="2034286" y="139700"/>
                  </a:lnTo>
                  <a:lnTo>
                    <a:pt x="2059647" y="139700"/>
                  </a:lnTo>
                  <a:lnTo>
                    <a:pt x="2059825" y="152400"/>
                  </a:lnTo>
                  <a:lnTo>
                    <a:pt x="2059825" y="1295400"/>
                  </a:lnTo>
                  <a:close/>
                </a:path>
                <a:path w="2059939" h="1447800">
                  <a:moveTo>
                    <a:pt x="26022" y="1308100"/>
                  </a:moveTo>
                  <a:lnTo>
                    <a:pt x="215" y="1308100"/>
                  </a:lnTo>
                  <a:lnTo>
                    <a:pt x="177" y="1295400"/>
                  </a:lnTo>
                  <a:lnTo>
                    <a:pt x="25539" y="1295400"/>
                  </a:lnTo>
                  <a:lnTo>
                    <a:pt x="26022" y="1308100"/>
                  </a:lnTo>
                  <a:close/>
                </a:path>
                <a:path w="2059939" h="1447800">
                  <a:moveTo>
                    <a:pt x="2058085" y="1320800"/>
                  </a:moveTo>
                  <a:lnTo>
                    <a:pt x="2031720" y="1320800"/>
                  </a:lnTo>
                  <a:lnTo>
                    <a:pt x="2032889" y="1308100"/>
                  </a:lnTo>
                  <a:lnTo>
                    <a:pt x="2033727" y="1308100"/>
                  </a:lnTo>
                  <a:lnTo>
                    <a:pt x="2034247" y="1295400"/>
                  </a:lnTo>
                  <a:lnTo>
                    <a:pt x="2059647" y="1295400"/>
                  </a:lnTo>
                  <a:lnTo>
                    <a:pt x="2059063" y="1308100"/>
                  </a:lnTo>
                  <a:lnTo>
                    <a:pt x="2058085" y="1320800"/>
                  </a:lnTo>
                  <a:close/>
                </a:path>
                <a:path w="2059939" h="1447800">
                  <a:moveTo>
                    <a:pt x="28105" y="1320800"/>
                  </a:moveTo>
                  <a:lnTo>
                    <a:pt x="1739" y="1320800"/>
                  </a:lnTo>
                  <a:lnTo>
                    <a:pt x="762" y="1308100"/>
                  </a:lnTo>
                  <a:lnTo>
                    <a:pt x="26835" y="1308100"/>
                  </a:lnTo>
                  <a:lnTo>
                    <a:pt x="28105" y="1320800"/>
                  </a:lnTo>
                  <a:close/>
                </a:path>
                <a:path w="2059939" h="1447800">
                  <a:moveTo>
                    <a:pt x="35750" y="1346200"/>
                  </a:moveTo>
                  <a:lnTo>
                    <a:pt x="7086" y="1346200"/>
                  </a:lnTo>
                  <a:lnTo>
                    <a:pt x="4813" y="1333500"/>
                  </a:lnTo>
                  <a:lnTo>
                    <a:pt x="3225" y="1320800"/>
                  </a:lnTo>
                  <a:lnTo>
                    <a:pt x="29413" y="1320800"/>
                  </a:lnTo>
                  <a:lnTo>
                    <a:pt x="31343" y="1333500"/>
                  </a:lnTo>
                  <a:lnTo>
                    <a:pt x="33185" y="1333500"/>
                  </a:lnTo>
                  <a:lnTo>
                    <a:pt x="35750" y="1346200"/>
                  </a:lnTo>
                  <a:close/>
                </a:path>
                <a:path w="2059939" h="1447800">
                  <a:moveTo>
                    <a:pt x="2052916" y="1346200"/>
                  </a:moveTo>
                  <a:lnTo>
                    <a:pt x="2024075" y="1346200"/>
                  </a:lnTo>
                  <a:lnTo>
                    <a:pt x="2026640" y="1333500"/>
                  </a:lnTo>
                  <a:lnTo>
                    <a:pt x="2028482" y="1333500"/>
                  </a:lnTo>
                  <a:lnTo>
                    <a:pt x="2030412" y="1320800"/>
                  </a:lnTo>
                  <a:lnTo>
                    <a:pt x="2056599" y="1320800"/>
                  </a:lnTo>
                  <a:lnTo>
                    <a:pt x="2054847" y="1333500"/>
                  </a:lnTo>
                  <a:lnTo>
                    <a:pt x="2052916" y="1346200"/>
                  </a:lnTo>
                  <a:close/>
                </a:path>
                <a:path w="2059939" h="1447800">
                  <a:moveTo>
                    <a:pt x="41262" y="1358900"/>
                  </a:moveTo>
                  <a:lnTo>
                    <a:pt x="12115" y="1358900"/>
                  </a:lnTo>
                  <a:lnTo>
                    <a:pt x="9347" y="1346200"/>
                  </a:lnTo>
                  <a:lnTo>
                    <a:pt x="38100" y="1346200"/>
                  </a:lnTo>
                  <a:lnTo>
                    <a:pt x="41262" y="1358900"/>
                  </a:lnTo>
                  <a:close/>
                </a:path>
                <a:path w="2059939" h="1447800">
                  <a:moveTo>
                    <a:pt x="2047709" y="1358900"/>
                  </a:moveTo>
                  <a:lnTo>
                    <a:pt x="2018563" y="1358900"/>
                  </a:lnTo>
                  <a:lnTo>
                    <a:pt x="2021725" y="1346200"/>
                  </a:lnTo>
                  <a:lnTo>
                    <a:pt x="2050478" y="1346200"/>
                  </a:lnTo>
                  <a:lnTo>
                    <a:pt x="2047709" y="1358900"/>
                  </a:lnTo>
                  <a:close/>
                </a:path>
                <a:path w="2059939" h="1447800">
                  <a:moveTo>
                    <a:pt x="47815" y="1371600"/>
                  </a:moveTo>
                  <a:lnTo>
                    <a:pt x="18948" y="1371600"/>
                  </a:lnTo>
                  <a:lnTo>
                    <a:pt x="15493" y="1358900"/>
                  </a:lnTo>
                  <a:lnTo>
                    <a:pt x="44094" y="1358900"/>
                  </a:lnTo>
                  <a:lnTo>
                    <a:pt x="47815" y="1371600"/>
                  </a:lnTo>
                  <a:close/>
                </a:path>
                <a:path w="2059939" h="1447800">
                  <a:moveTo>
                    <a:pt x="2040877" y="1371600"/>
                  </a:moveTo>
                  <a:lnTo>
                    <a:pt x="2012010" y="1371600"/>
                  </a:lnTo>
                  <a:lnTo>
                    <a:pt x="2015731" y="1358900"/>
                  </a:lnTo>
                  <a:lnTo>
                    <a:pt x="2044331" y="1358900"/>
                  </a:lnTo>
                  <a:lnTo>
                    <a:pt x="2040877" y="1371600"/>
                  </a:lnTo>
                  <a:close/>
                </a:path>
                <a:path w="2059939" h="1447800">
                  <a:moveTo>
                    <a:pt x="59461" y="1384300"/>
                  </a:moveTo>
                  <a:lnTo>
                    <a:pt x="26428" y="1384300"/>
                  </a:lnTo>
                  <a:lnTo>
                    <a:pt x="22390" y="1371600"/>
                  </a:lnTo>
                  <a:lnTo>
                    <a:pt x="54952" y="1371600"/>
                  </a:lnTo>
                  <a:lnTo>
                    <a:pt x="59461" y="1384300"/>
                  </a:lnTo>
                  <a:close/>
                </a:path>
                <a:path w="2059939" h="1447800">
                  <a:moveTo>
                    <a:pt x="2033396" y="1384300"/>
                  </a:moveTo>
                  <a:lnTo>
                    <a:pt x="2000364" y="1384300"/>
                  </a:lnTo>
                  <a:lnTo>
                    <a:pt x="2004860" y="1371600"/>
                  </a:lnTo>
                  <a:lnTo>
                    <a:pt x="2037435" y="1371600"/>
                  </a:lnTo>
                  <a:lnTo>
                    <a:pt x="2033396" y="1384300"/>
                  </a:lnTo>
                  <a:close/>
                </a:path>
                <a:path w="2059939" h="1447800">
                  <a:moveTo>
                    <a:pt x="68326" y="1397000"/>
                  </a:moveTo>
                  <a:lnTo>
                    <a:pt x="35369" y="1397000"/>
                  </a:lnTo>
                  <a:lnTo>
                    <a:pt x="30759" y="1384300"/>
                  </a:lnTo>
                  <a:lnTo>
                    <a:pt x="63360" y="1384300"/>
                  </a:lnTo>
                  <a:lnTo>
                    <a:pt x="68326" y="1397000"/>
                  </a:lnTo>
                  <a:close/>
                </a:path>
                <a:path w="2059939" h="1447800">
                  <a:moveTo>
                    <a:pt x="73063" y="1397000"/>
                  </a:moveTo>
                  <a:lnTo>
                    <a:pt x="68326" y="1397000"/>
                  </a:lnTo>
                  <a:lnTo>
                    <a:pt x="67881" y="1384300"/>
                  </a:lnTo>
                  <a:lnTo>
                    <a:pt x="73063" y="1397000"/>
                  </a:lnTo>
                  <a:close/>
                </a:path>
                <a:path w="2059939" h="1447800">
                  <a:moveTo>
                    <a:pt x="1991499" y="1397000"/>
                  </a:moveTo>
                  <a:lnTo>
                    <a:pt x="1986749" y="1397000"/>
                  </a:lnTo>
                  <a:lnTo>
                    <a:pt x="1991944" y="1384300"/>
                  </a:lnTo>
                  <a:lnTo>
                    <a:pt x="1991499" y="1397000"/>
                  </a:lnTo>
                  <a:close/>
                </a:path>
                <a:path w="2059939" h="1447800">
                  <a:moveTo>
                    <a:pt x="2024062" y="1397000"/>
                  </a:moveTo>
                  <a:lnTo>
                    <a:pt x="1991499" y="1397000"/>
                  </a:lnTo>
                  <a:lnTo>
                    <a:pt x="1996465" y="1384300"/>
                  </a:lnTo>
                  <a:lnTo>
                    <a:pt x="2029066" y="1384300"/>
                  </a:lnTo>
                  <a:lnTo>
                    <a:pt x="2024062" y="1397000"/>
                  </a:lnTo>
                  <a:close/>
                </a:path>
                <a:path w="2059939" h="1447800">
                  <a:moveTo>
                    <a:pt x="88430" y="1409700"/>
                  </a:moveTo>
                  <a:lnTo>
                    <a:pt x="45402" y="1409700"/>
                  </a:lnTo>
                  <a:lnTo>
                    <a:pt x="40259" y="1397000"/>
                  </a:lnTo>
                  <a:lnTo>
                    <a:pt x="82626" y="1397000"/>
                  </a:lnTo>
                  <a:lnTo>
                    <a:pt x="88430" y="1409700"/>
                  </a:lnTo>
                  <a:close/>
                </a:path>
                <a:path w="2059939" h="1447800">
                  <a:moveTo>
                    <a:pt x="2014423" y="1409700"/>
                  </a:moveTo>
                  <a:lnTo>
                    <a:pt x="1971395" y="1409700"/>
                  </a:lnTo>
                  <a:lnTo>
                    <a:pt x="1977199" y="1397000"/>
                  </a:lnTo>
                  <a:lnTo>
                    <a:pt x="2019566" y="1397000"/>
                  </a:lnTo>
                  <a:lnTo>
                    <a:pt x="2014423" y="1409700"/>
                  </a:lnTo>
                  <a:close/>
                </a:path>
                <a:path w="2059939" h="1447800">
                  <a:moveTo>
                    <a:pt x="111226" y="1422400"/>
                  </a:moveTo>
                  <a:lnTo>
                    <a:pt x="62306" y="1422400"/>
                  </a:lnTo>
                  <a:lnTo>
                    <a:pt x="56908" y="1409700"/>
                  </a:lnTo>
                  <a:lnTo>
                    <a:pt x="104724" y="1409700"/>
                  </a:lnTo>
                  <a:lnTo>
                    <a:pt x="111226" y="1422400"/>
                  </a:lnTo>
                  <a:close/>
                </a:path>
                <a:path w="2059939" h="1447800">
                  <a:moveTo>
                    <a:pt x="1997024" y="1422400"/>
                  </a:moveTo>
                  <a:lnTo>
                    <a:pt x="1948599" y="1422400"/>
                  </a:lnTo>
                  <a:lnTo>
                    <a:pt x="1955101" y="1409700"/>
                  </a:lnTo>
                  <a:lnTo>
                    <a:pt x="2002917" y="1409700"/>
                  </a:lnTo>
                  <a:lnTo>
                    <a:pt x="1997024" y="1422400"/>
                  </a:lnTo>
                  <a:close/>
                </a:path>
                <a:path w="2059939" h="1447800">
                  <a:moveTo>
                    <a:pt x="1978596" y="1435100"/>
                  </a:moveTo>
                  <a:lnTo>
                    <a:pt x="81229" y="1435100"/>
                  </a:lnTo>
                  <a:lnTo>
                    <a:pt x="75234" y="1422400"/>
                  </a:lnTo>
                  <a:lnTo>
                    <a:pt x="1985111" y="1422400"/>
                  </a:lnTo>
                  <a:lnTo>
                    <a:pt x="1978596" y="1435100"/>
                  </a:lnTo>
                  <a:close/>
                </a:path>
                <a:path w="2059939" h="1447800">
                  <a:moveTo>
                    <a:pt x="1950681" y="1447800"/>
                  </a:moveTo>
                  <a:lnTo>
                    <a:pt x="109143" y="1447800"/>
                  </a:lnTo>
                  <a:lnTo>
                    <a:pt x="102489" y="1435100"/>
                  </a:lnTo>
                  <a:lnTo>
                    <a:pt x="1957920" y="1435100"/>
                  </a:lnTo>
                  <a:lnTo>
                    <a:pt x="1950681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337801" y="4864404"/>
            <a:ext cx="173164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175895" indent="-635" algn="ctr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Trebuchet MS"/>
                <a:cs typeface="Trebuchet MS"/>
              </a:rPr>
              <a:t>Risk </a:t>
            </a:r>
            <a:r>
              <a:rPr sz="1800" spc="-10" dirty="0">
                <a:latin typeface="Trebuchet MS"/>
                <a:cs typeface="Trebuchet MS"/>
              </a:rPr>
              <a:t>Classification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  <a:spcBef>
                <a:spcPts val="880"/>
              </a:spcBef>
            </a:pPr>
            <a:r>
              <a:rPr sz="1800" dirty="0">
                <a:latin typeface="Trebuchet MS"/>
                <a:cs typeface="Trebuchet MS"/>
              </a:rPr>
              <a:t>(High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355" dirty="0">
                <a:latin typeface="Trebuchet MS"/>
                <a:cs typeface="Trebuchet MS"/>
              </a:rPr>
              <a:t>/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Medium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405" dirty="0">
                <a:latin typeface="Trebuchet MS"/>
                <a:cs typeface="Trebuchet MS"/>
              </a:rPr>
              <a:t>/</a:t>
            </a:r>
            <a:r>
              <a:rPr sz="1800" spc="-20" dirty="0">
                <a:latin typeface="Trebuchet MS"/>
                <a:cs typeface="Trebuchet MS"/>
              </a:rPr>
              <a:t> Low)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564892" y="5236464"/>
            <a:ext cx="431800" cy="504825"/>
          </a:xfrm>
          <a:custGeom>
            <a:avLst/>
            <a:gdLst/>
            <a:ahLst/>
            <a:cxnLst/>
            <a:rect l="l" t="t" r="r" b="b"/>
            <a:pathLst>
              <a:path w="431800" h="504825">
                <a:moveTo>
                  <a:pt x="214883" y="504444"/>
                </a:moveTo>
                <a:lnTo>
                  <a:pt x="0" y="251460"/>
                </a:lnTo>
                <a:lnTo>
                  <a:pt x="214883" y="0"/>
                </a:lnTo>
                <a:lnTo>
                  <a:pt x="214883" y="100584"/>
                </a:lnTo>
                <a:lnTo>
                  <a:pt x="431291" y="100584"/>
                </a:lnTo>
                <a:lnTo>
                  <a:pt x="431291" y="403860"/>
                </a:lnTo>
                <a:lnTo>
                  <a:pt x="214883" y="403860"/>
                </a:lnTo>
                <a:lnTo>
                  <a:pt x="214883" y="504444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325754" y="4760277"/>
            <a:ext cx="2059939" cy="1447800"/>
            <a:chOff x="325754" y="4760277"/>
            <a:chExt cx="2059939" cy="1447800"/>
          </a:xfrm>
        </p:grpSpPr>
        <p:sp>
          <p:nvSpPr>
            <p:cNvPr id="41" name="object 41"/>
            <p:cNvSpPr/>
            <p:nvPr/>
          </p:nvSpPr>
          <p:spPr>
            <a:xfrm>
              <a:off x="338327" y="4773168"/>
              <a:ext cx="2034539" cy="1431290"/>
            </a:xfrm>
            <a:custGeom>
              <a:avLst/>
              <a:gdLst/>
              <a:ahLst/>
              <a:cxnLst/>
              <a:rect l="l" t="t" r="r" b="b"/>
              <a:pathLst>
                <a:path w="2034539" h="1431289">
                  <a:moveTo>
                    <a:pt x="1891284" y="1431036"/>
                  </a:moveTo>
                  <a:lnTo>
                    <a:pt x="143256" y="1431036"/>
                  </a:lnTo>
                  <a:lnTo>
                    <a:pt x="98006" y="1423465"/>
                  </a:lnTo>
                  <a:lnTo>
                    <a:pt x="58708" y="1403007"/>
                  </a:lnTo>
                  <a:lnTo>
                    <a:pt x="27708" y="1372007"/>
                  </a:lnTo>
                  <a:lnTo>
                    <a:pt x="7356" y="1332816"/>
                  </a:lnTo>
                  <a:lnTo>
                    <a:pt x="0" y="1287780"/>
                  </a:lnTo>
                  <a:lnTo>
                    <a:pt x="0" y="143256"/>
                  </a:lnTo>
                  <a:lnTo>
                    <a:pt x="7356" y="97849"/>
                  </a:lnTo>
                  <a:lnTo>
                    <a:pt x="27708" y="58474"/>
                  </a:lnTo>
                  <a:lnTo>
                    <a:pt x="58708" y="27476"/>
                  </a:lnTo>
                  <a:lnTo>
                    <a:pt x="98006" y="7203"/>
                  </a:lnTo>
                  <a:lnTo>
                    <a:pt x="143256" y="0"/>
                  </a:lnTo>
                  <a:lnTo>
                    <a:pt x="1891284" y="0"/>
                  </a:lnTo>
                  <a:lnTo>
                    <a:pt x="1936611" y="7203"/>
                  </a:lnTo>
                  <a:lnTo>
                    <a:pt x="1975947" y="27476"/>
                  </a:lnTo>
                  <a:lnTo>
                    <a:pt x="2006944" y="58474"/>
                  </a:lnTo>
                  <a:lnTo>
                    <a:pt x="2027257" y="97849"/>
                  </a:lnTo>
                  <a:lnTo>
                    <a:pt x="2034539" y="143256"/>
                  </a:lnTo>
                  <a:lnTo>
                    <a:pt x="2034539" y="1287780"/>
                  </a:lnTo>
                  <a:lnTo>
                    <a:pt x="2027257" y="1332816"/>
                  </a:lnTo>
                  <a:lnTo>
                    <a:pt x="2006944" y="1372007"/>
                  </a:lnTo>
                  <a:lnTo>
                    <a:pt x="1975947" y="1403007"/>
                  </a:lnTo>
                  <a:lnTo>
                    <a:pt x="1936611" y="1423465"/>
                  </a:lnTo>
                  <a:lnTo>
                    <a:pt x="1891284" y="14310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5754" y="4760277"/>
              <a:ext cx="2059939" cy="1447800"/>
            </a:xfrm>
            <a:custGeom>
              <a:avLst/>
              <a:gdLst/>
              <a:ahLst/>
              <a:cxnLst/>
              <a:rect l="l" t="t" r="r" b="b"/>
              <a:pathLst>
                <a:path w="2059939" h="1447800">
                  <a:moveTo>
                    <a:pt x="1971890" y="12700"/>
                  </a:moveTo>
                  <a:lnTo>
                    <a:pt x="87947" y="12700"/>
                  </a:lnTo>
                  <a:lnTo>
                    <a:pt x="94843" y="0"/>
                  </a:lnTo>
                  <a:lnTo>
                    <a:pt x="1964994" y="0"/>
                  </a:lnTo>
                  <a:lnTo>
                    <a:pt x="1971890" y="12700"/>
                  </a:lnTo>
                  <a:close/>
                </a:path>
                <a:path w="2059939" h="1447800">
                  <a:moveTo>
                    <a:pt x="1990915" y="25400"/>
                  </a:moveTo>
                  <a:lnTo>
                    <a:pt x="68922" y="25400"/>
                  </a:lnTo>
                  <a:lnTo>
                    <a:pt x="75247" y="12700"/>
                  </a:lnTo>
                  <a:lnTo>
                    <a:pt x="1984590" y="12700"/>
                  </a:lnTo>
                  <a:lnTo>
                    <a:pt x="1990915" y="25400"/>
                  </a:lnTo>
                  <a:close/>
                </a:path>
                <a:path w="2059939" h="1447800">
                  <a:moveTo>
                    <a:pt x="98971" y="38100"/>
                  </a:moveTo>
                  <a:lnTo>
                    <a:pt x="51257" y="38100"/>
                  </a:lnTo>
                  <a:lnTo>
                    <a:pt x="56921" y="25400"/>
                  </a:lnTo>
                  <a:lnTo>
                    <a:pt x="105308" y="25400"/>
                  </a:lnTo>
                  <a:lnTo>
                    <a:pt x="98971" y="38100"/>
                  </a:lnTo>
                  <a:close/>
                </a:path>
                <a:path w="2059939" h="1447800">
                  <a:moveTo>
                    <a:pt x="2009038" y="38100"/>
                  </a:moveTo>
                  <a:lnTo>
                    <a:pt x="1960867" y="38100"/>
                  </a:lnTo>
                  <a:lnTo>
                    <a:pt x="1954530" y="25400"/>
                  </a:lnTo>
                  <a:lnTo>
                    <a:pt x="2002929" y="25400"/>
                  </a:lnTo>
                  <a:lnTo>
                    <a:pt x="2009038" y="38100"/>
                  </a:lnTo>
                  <a:close/>
                </a:path>
                <a:path w="2059939" h="1447800">
                  <a:moveTo>
                    <a:pt x="77520" y="50800"/>
                  </a:moveTo>
                  <a:lnTo>
                    <a:pt x="40271" y="50800"/>
                  </a:lnTo>
                  <a:lnTo>
                    <a:pt x="45415" y="38100"/>
                  </a:lnTo>
                  <a:lnTo>
                    <a:pt x="83134" y="38100"/>
                  </a:lnTo>
                  <a:lnTo>
                    <a:pt x="77520" y="50800"/>
                  </a:lnTo>
                  <a:close/>
                </a:path>
                <a:path w="2059939" h="1447800">
                  <a:moveTo>
                    <a:pt x="2019579" y="50800"/>
                  </a:moveTo>
                  <a:lnTo>
                    <a:pt x="1982317" y="50800"/>
                  </a:lnTo>
                  <a:lnTo>
                    <a:pt x="1976704" y="38100"/>
                  </a:lnTo>
                  <a:lnTo>
                    <a:pt x="2014435" y="38100"/>
                  </a:lnTo>
                  <a:lnTo>
                    <a:pt x="2019579" y="50800"/>
                  </a:lnTo>
                  <a:close/>
                </a:path>
                <a:path w="2059939" h="1447800">
                  <a:moveTo>
                    <a:pt x="59055" y="63500"/>
                  </a:moveTo>
                  <a:lnTo>
                    <a:pt x="26784" y="63500"/>
                  </a:lnTo>
                  <a:lnTo>
                    <a:pt x="30772" y="50800"/>
                  </a:lnTo>
                  <a:lnTo>
                    <a:pt x="63792" y="50800"/>
                  </a:lnTo>
                  <a:lnTo>
                    <a:pt x="59055" y="63500"/>
                  </a:lnTo>
                  <a:close/>
                </a:path>
                <a:path w="2059939" h="1447800">
                  <a:moveTo>
                    <a:pt x="63360" y="63500"/>
                  </a:moveTo>
                  <a:lnTo>
                    <a:pt x="63792" y="50800"/>
                  </a:lnTo>
                  <a:lnTo>
                    <a:pt x="68338" y="50800"/>
                  </a:lnTo>
                  <a:lnTo>
                    <a:pt x="63360" y="63500"/>
                  </a:lnTo>
                  <a:close/>
                </a:path>
                <a:path w="2059939" h="1447800">
                  <a:moveTo>
                    <a:pt x="1996478" y="63500"/>
                  </a:moveTo>
                  <a:lnTo>
                    <a:pt x="1991512" y="50800"/>
                  </a:lnTo>
                  <a:lnTo>
                    <a:pt x="1996046" y="50800"/>
                  </a:lnTo>
                  <a:lnTo>
                    <a:pt x="1996478" y="63500"/>
                  </a:lnTo>
                  <a:close/>
                </a:path>
                <a:path w="2059939" h="1447800">
                  <a:moveTo>
                    <a:pt x="2033054" y="63500"/>
                  </a:moveTo>
                  <a:lnTo>
                    <a:pt x="2000783" y="63500"/>
                  </a:lnTo>
                  <a:lnTo>
                    <a:pt x="1996046" y="50800"/>
                  </a:lnTo>
                  <a:lnTo>
                    <a:pt x="2028710" y="50800"/>
                  </a:lnTo>
                  <a:lnTo>
                    <a:pt x="2033054" y="63500"/>
                  </a:lnTo>
                  <a:close/>
                </a:path>
                <a:path w="2059939" h="1447800">
                  <a:moveTo>
                    <a:pt x="51104" y="76200"/>
                  </a:moveTo>
                  <a:lnTo>
                    <a:pt x="18961" y="76200"/>
                  </a:lnTo>
                  <a:lnTo>
                    <a:pt x="22402" y="63500"/>
                  </a:lnTo>
                  <a:lnTo>
                    <a:pt x="55359" y="63500"/>
                  </a:lnTo>
                  <a:lnTo>
                    <a:pt x="51104" y="76200"/>
                  </a:lnTo>
                  <a:close/>
                </a:path>
                <a:path w="2059939" h="1447800">
                  <a:moveTo>
                    <a:pt x="2040889" y="76200"/>
                  </a:moveTo>
                  <a:lnTo>
                    <a:pt x="2008733" y="76200"/>
                  </a:lnTo>
                  <a:lnTo>
                    <a:pt x="2004491" y="63500"/>
                  </a:lnTo>
                  <a:lnTo>
                    <a:pt x="2037435" y="63500"/>
                  </a:lnTo>
                  <a:lnTo>
                    <a:pt x="2040889" y="76200"/>
                  </a:lnTo>
                  <a:close/>
                </a:path>
                <a:path w="2059939" h="1447800">
                  <a:moveTo>
                    <a:pt x="40982" y="88900"/>
                  </a:moveTo>
                  <a:lnTo>
                    <a:pt x="12369" y="88900"/>
                  </a:lnTo>
                  <a:lnTo>
                    <a:pt x="15506" y="76200"/>
                  </a:lnTo>
                  <a:lnTo>
                    <a:pt x="44424" y="76200"/>
                  </a:lnTo>
                  <a:lnTo>
                    <a:pt x="40982" y="88900"/>
                  </a:lnTo>
                  <a:close/>
                </a:path>
                <a:path w="2059939" h="1447800">
                  <a:moveTo>
                    <a:pt x="2047468" y="88900"/>
                  </a:moveTo>
                  <a:lnTo>
                    <a:pt x="2018868" y="88900"/>
                  </a:lnTo>
                  <a:lnTo>
                    <a:pt x="2015413" y="76200"/>
                  </a:lnTo>
                  <a:lnTo>
                    <a:pt x="2044611" y="76200"/>
                  </a:lnTo>
                  <a:lnTo>
                    <a:pt x="2047468" y="88900"/>
                  </a:lnTo>
                  <a:close/>
                </a:path>
                <a:path w="2059939" h="1447800">
                  <a:moveTo>
                    <a:pt x="35509" y="101600"/>
                  </a:moveTo>
                  <a:lnTo>
                    <a:pt x="9347" y="101600"/>
                  </a:lnTo>
                  <a:lnTo>
                    <a:pt x="12128" y="88900"/>
                  </a:lnTo>
                  <a:lnTo>
                    <a:pt x="38379" y="88900"/>
                  </a:lnTo>
                  <a:lnTo>
                    <a:pt x="35509" y="101600"/>
                  </a:lnTo>
                  <a:close/>
                </a:path>
                <a:path w="2059939" h="1447800">
                  <a:moveTo>
                    <a:pt x="2050491" y="101600"/>
                  </a:moveTo>
                  <a:lnTo>
                    <a:pt x="2024329" y="101600"/>
                  </a:lnTo>
                  <a:lnTo>
                    <a:pt x="2021458" y="88900"/>
                  </a:lnTo>
                  <a:lnTo>
                    <a:pt x="2047709" y="88900"/>
                  </a:lnTo>
                  <a:lnTo>
                    <a:pt x="2050491" y="101600"/>
                  </a:lnTo>
                  <a:close/>
                </a:path>
                <a:path w="2059939" h="1447800">
                  <a:moveTo>
                    <a:pt x="31165" y="114300"/>
                  </a:moveTo>
                  <a:lnTo>
                    <a:pt x="4826" y="114300"/>
                  </a:lnTo>
                  <a:lnTo>
                    <a:pt x="6908" y="101600"/>
                  </a:lnTo>
                  <a:lnTo>
                    <a:pt x="33413" y="101600"/>
                  </a:lnTo>
                  <a:lnTo>
                    <a:pt x="31165" y="114300"/>
                  </a:lnTo>
                  <a:close/>
                </a:path>
                <a:path w="2059939" h="1447800">
                  <a:moveTo>
                    <a:pt x="2054859" y="114300"/>
                  </a:moveTo>
                  <a:lnTo>
                    <a:pt x="2028685" y="114300"/>
                  </a:lnTo>
                  <a:lnTo>
                    <a:pt x="2026437" y="101600"/>
                  </a:lnTo>
                  <a:lnTo>
                    <a:pt x="2052929" y="101600"/>
                  </a:lnTo>
                  <a:lnTo>
                    <a:pt x="2054859" y="114300"/>
                  </a:lnTo>
                  <a:close/>
                </a:path>
                <a:path w="2059939" h="1447800">
                  <a:moveTo>
                    <a:pt x="28105" y="127000"/>
                  </a:moveTo>
                  <a:lnTo>
                    <a:pt x="1841" y="127000"/>
                  </a:lnTo>
                  <a:lnTo>
                    <a:pt x="3098" y="114300"/>
                  </a:lnTo>
                  <a:lnTo>
                    <a:pt x="29578" y="114300"/>
                  </a:lnTo>
                  <a:lnTo>
                    <a:pt x="28105" y="127000"/>
                  </a:lnTo>
                  <a:close/>
                </a:path>
                <a:path w="2059939" h="1447800">
                  <a:moveTo>
                    <a:pt x="2058098" y="127000"/>
                  </a:moveTo>
                  <a:lnTo>
                    <a:pt x="2031860" y="127000"/>
                  </a:lnTo>
                  <a:lnTo>
                    <a:pt x="2030260" y="114300"/>
                  </a:lnTo>
                  <a:lnTo>
                    <a:pt x="2056739" y="114300"/>
                  </a:lnTo>
                  <a:lnTo>
                    <a:pt x="2058098" y="127000"/>
                  </a:lnTo>
                  <a:close/>
                </a:path>
                <a:path w="2059939" h="1447800">
                  <a:moveTo>
                    <a:pt x="26098" y="139700"/>
                  </a:moveTo>
                  <a:lnTo>
                    <a:pt x="774" y="139700"/>
                  </a:lnTo>
                  <a:lnTo>
                    <a:pt x="838" y="127000"/>
                  </a:lnTo>
                  <a:lnTo>
                    <a:pt x="26949" y="127000"/>
                  </a:lnTo>
                  <a:lnTo>
                    <a:pt x="26098" y="139700"/>
                  </a:lnTo>
                  <a:close/>
                </a:path>
                <a:path w="2059939" h="1447800">
                  <a:moveTo>
                    <a:pt x="2059063" y="139700"/>
                  </a:moveTo>
                  <a:lnTo>
                    <a:pt x="2033803" y="139700"/>
                  </a:lnTo>
                  <a:lnTo>
                    <a:pt x="2032990" y="127000"/>
                  </a:lnTo>
                  <a:lnTo>
                    <a:pt x="2059000" y="127000"/>
                  </a:lnTo>
                  <a:lnTo>
                    <a:pt x="2059063" y="139700"/>
                  </a:lnTo>
                  <a:close/>
                </a:path>
                <a:path w="2059939" h="1447800">
                  <a:moveTo>
                    <a:pt x="25400" y="1295400"/>
                  </a:moveTo>
                  <a:lnTo>
                    <a:pt x="0" y="1295400"/>
                  </a:lnTo>
                  <a:lnTo>
                    <a:pt x="0" y="152400"/>
                  </a:lnTo>
                  <a:lnTo>
                    <a:pt x="190" y="139700"/>
                  </a:lnTo>
                  <a:lnTo>
                    <a:pt x="25577" y="139700"/>
                  </a:lnTo>
                  <a:lnTo>
                    <a:pt x="25400" y="152400"/>
                  </a:lnTo>
                  <a:lnTo>
                    <a:pt x="25400" y="1295400"/>
                  </a:lnTo>
                  <a:close/>
                </a:path>
                <a:path w="2059939" h="1447800">
                  <a:moveTo>
                    <a:pt x="2059838" y="1295400"/>
                  </a:moveTo>
                  <a:lnTo>
                    <a:pt x="2034438" y="1295400"/>
                  </a:lnTo>
                  <a:lnTo>
                    <a:pt x="2034451" y="152400"/>
                  </a:lnTo>
                  <a:lnTo>
                    <a:pt x="2034298" y="139700"/>
                  </a:lnTo>
                  <a:lnTo>
                    <a:pt x="2059622" y="139700"/>
                  </a:lnTo>
                  <a:lnTo>
                    <a:pt x="2059838" y="152400"/>
                  </a:lnTo>
                  <a:lnTo>
                    <a:pt x="2059838" y="1295400"/>
                  </a:lnTo>
                  <a:close/>
                </a:path>
                <a:path w="2059939" h="1447800">
                  <a:moveTo>
                    <a:pt x="26035" y="1308100"/>
                  </a:moveTo>
                  <a:lnTo>
                    <a:pt x="228" y="1308100"/>
                  </a:lnTo>
                  <a:lnTo>
                    <a:pt x="190" y="1295400"/>
                  </a:lnTo>
                  <a:lnTo>
                    <a:pt x="25552" y="1295400"/>
                  </a:lnTo>
                  <a:lnTo>
                    <a:pt x="26035" y="1308100"/>
                  </a:lnTo>
                  <a:close/>
                </a:path>
                <a:path w="2059939" h="1447800">
                  <a:moveTo>
                    <a:pt x="2059622" y="1308100"/>
                  </a:moveTo>
                  <a:lnTo>
                    <a:pt x="2033739" y="1308100"/>
                  </a:lnTo>
                  <a:lnTo>
                    <a:pt x="2034260" y="1295400"/>
                  </a:lnTo>
                  <a:lnTo>
                    <a:pt x="2059647" y="1295400"/>
                  </a:lnTo>
                  <a:lnTo>
                    <a:pt x="2059622" y="1308100"/>
                  </a:lnTo>
                  <a:close/>
                </a:path>
                <a:path w="2059939" h="1447800">
                  <a:moveTo>
                    <a:pt x="27978" y="1320800"/>
                  </a:moveTo>
                  <a:lnTo>
                    <a:pt x="1841" y="1320800"/>
                  </a:lnTo>
                  <a:lnTo>
                    <a:pt x="774" y="1308100"/>
                  </a:lnTo>
                  <a:lnTo>
                    <a:pt x="26847" y="1308100"/>
                  </a:lnTo>
                  <a:lnTo>
                    <a:pt x="27978" y="1320800"/>
                  </a:lnTo>
                  <a:close/>
                </a:path>
                <a:path w="2059939" h="1447800">
                  <a:moveTo>
                    <a:pt x="2058098" y="1320800"/>
                  </a:moveTo>
                  <a:lnTo>
                    <a:pt x="2031733" y="1320800"/>
                  </a:lnTo>
                  <a:lnTo>
                    <a:pt x="2032889" y="1308100"/>
                  </a:lnTo>
                  <a:lnTo>
                    <a:pt x="2059000" y="1308100"/>
                  </a:lnTo>
                  <a:lnTo>
                    <a:pt x="2058098" y="1320800"/>
                  </a:lnTo>
                  <a:close/>
                </a:path>
                <a:path w="2059939" h="1447800">
                  <a:moveTo>
                    <a:pt x="35763" y="1346200"/>
                  </a:moveTo>
                  <a:lnTo>
                    <a:pt x="6908" y="1346200"/>
                  </a:lnTo>
                  <a:lnTo>
                    <a:pt x="4826" y="1333500"/>
                  </a:lnTo>
                  <a:lnTo>
                    <a:pt x="3225" y="1320800"/>
                  </a:lnTo>
                  <a:lnTo>
                    <a:pt x="29425" y="1320800"/>
                  </a:lnTo>
                  <a:lnTo>
                    <a:pt x="31343" y="1333500"/>
                  </a:lnTo>
                  <a:lnTo>
                    <a:pt x="33197" y="1333500"/>
                  </a:lnTo>
                  <a:lnTo>
                    <a:pt x="35763" y="1346200"/>
                  </a:lnTo>
                  <a:close/>
                </a:path>
                <a:path w="2059939" h="1447800">
                  <a:moveTo>
                    <a:pt x="2052929" y="1346200"/>
                  </a:moveTo>
                  <a:lnTo>
                    <a:pt x="2024087" y="1346200"/>
                  </a:lnTo>
                  <a:lnTo>
                    <a:pt x="2026640" y="1333500"/>
                  </a:lnTo>
                  <a:lnTo>
                    <a:pt x="2028494" y="1333500"/>
                  </a:lnTo>
                  <a:lnTo>
                    <a:pt x="2030425" y="1320800"/>
                  </a:lnTo>
                  <a:lnTo>
                    <a:pt x="2056612" y="1320800"/>
                  </a:lnTo>
                  <a:lnTo>
                    <a:pt x="2054859" y="1333500"/>
                  </a:lnTo>
                  <a:lnTo>
                    <a:pt x="2052929" y="1346200"/>
                  </a:lnTo>
                  <a:close/>
                </a:path>
                <a:path w="2059939" h="1447800">
                  <a:moveTo>
                    <a:pt x="41275" y="1358900"/>
                  </a:moveTo>
                  <a:lnTo>
                    <a:pt x="12128" y="1358900"/>
                  </a:lnTo>
                  <a:lnTo>
                    <a:pt x="9347" y="1346200"/>
                  </a:lnTo>
                  <a:lnTo>
                    <a:pt x="38112" y="1346200"/>
                  </a:lnTo>
                  <a:lnTo>
                    <a:pt x="41275" y="1358900"/>
                  </a:lnTo>
                  <a:close/>
                </a:path>
                <a:path w="2059939" h="1447800">
                  <a:moveTo>
                    <a:pt x="2047709" y="1358900"/>
                  </a:moveTo>
                  <a:lnTo>
                    <a:pt x="2018576" y="1358900"/>
                  </a:lnTo>
                  <a:lnTo>
                    <a:pt x="2021725" y="1346200"/>
                  </a:lnTo>
                  <a:lnTo>
                    <a:pt x="2050491" y="1346200"/>
                  </a:lnTo>
                  <a:lnTo>
                    <a:pt x="2047709" y="1358900"/>
                  </a:lnTo>
                  <a:close/>
                </a:path>
                <a:path w="2059939" h="1447800">
                  <a:moveTo>
                    <a:pt x="47828" y="1371600"/>
                  </a:moveTo>
                  <a:lnTo>
                    <a:pt x="18961" y="1371600"/>
                  </a:lnTo>
                  <a:lnTo>
                    <a:pt x="15506" y="1358900"/>
                  </a:lnTo>
                  <a:lnTo>
                    <a:pt x="44107" y="1358900"/>
                  </a:lnTo>
                  <a:lnTo>
                    <a:pt x="47828" y="1371600"/>
                  </a:lnTo>
                  <a:close/>
                </a:path>
                <a:path w="2059939" h="1447800">
                  <a:moveTo>
                    <a:pt x="2040889" y="1371600"/>
                  </a:moveTo>
                  <a:lnTo>
                    <a:pt x="2012022" y="1371600"/>
                  </a:lnTo>
                  <a:lnTo>
                    <a:pt x="2015744" y="1358900"/>
                  </a:lnTo>
                  <a:lnTo>
                    <a:pt x="2044611" y="1358900"/>
                  </a:lnTo>
                  <a:lnTo>
                    <a:pt x="2040889" y="1371600"/>
                  </a:lnTo>
                  <a:close/>
                </a:path>
                <a:path w="2059939" h="1447800">
                  <a:moveTo>
                    <a:pt x="59461" y="1384300"/>
                  </a:moveTo>
                  <a:lnTo>
                    <a:pt x="26441" y="1384300"/>
                  </a:lnTo>
                  <a:lnTo>
                    <a:pt x="22402" y="1371600"/>
                  </a:lnTo>
                  <a:lnTo>
                    <a:pt x="54965" y="1371600"/>
                  </a:lnTo>
                  <a:lnTo>
                    <a:pt x="59461" y="1384300"/>
                  </a:lnTo>
                  <a:close/>
                </a:path>
                <a:path w="2059939" h="1447800">
                  <a:moveTo>
                    <a:pt x="2033396" y="1384300"/>
                  </a:moveTo>
                  <a:lnTo>
                    <a:pt x="2000377" y="1384300"/>
                  </a:lnTo>
                  <a:lnTo>
                    <a:pt x="2004872" y="1371600"/>
                  </a:lnTo>
                  <a:lnTo>
                    <a:pt x="2037435" y="1371600"/>
                  </a:lnTo>
                  <a:lnTo>
                    <a:pt x="2033396" y="1384300"/>
                  </a:lnTo>
                  <a:close/>
                </a:path>
                <a:path w="2059939" h="1447800">
                  <a:moveTo>
                    <a:pt x="68338" y="1397000"/>
                  </a:moveTo>
                  <a:lnTo>
                    <a:pt x="35382" y="1397000"/>
                  </a:lnTo>
                  <a:lnTo>
                    <a:pt x="30772" y="1384300"/>
                  </a:lnTo>
                  <a:lnTo>
                    <a:pt x="63360" y="1384300"/>
                  </a:lnTo>
                  <a:lnTo>
                    <a:pt x="68338" y="1397000"/>
                  </a:lnTo>
                  <a:close/>
                </a:path>
                <a:path w="2059939" h="1447800">
                  <a:moveTo>
                    <a:pt x="73075" y="1397000"/>
                  </a:moveTo>
                  <a:lnTo>
                    <a:pt x="68338" y="1397000"/>
                  </a:lnTo>
                  <a:lnTo>
                    <a:pt x="67881" y="1384300"/>
                  </a:lnTo>
                  <a:lnTo>
                    <a:pt x="73075" y="1397000"/>
                  </a:lnTo>
                  <a:close/>
                </a:path>
                <a:path w="2059939" h="1447800">
                  <a:moveTo>
                    <a:pt x="1991512" y="1397000"/>
                  </a:moveTo>
                  <a:lnTo>
                    <a:pt x="1986762" y="1397000"/>
                  </a:lnTo>
                  <a:lnTo>
                    <a:pt x="1991956" y="1384300"/>
                  </a:lnTo>
                  <a:lnTo>
                    <a:pt x="1991512" y="1397000"/>
                  </a:lnTo>
                  <a:close/>
                </a:path>
                <a:path w="2059939" h="1447800">
                  <a:moveTo>
                    <a:pt x="2024075" y="1397000"/>
                  </a:moveTo>
                  <a:lnTo>
                    <a:pt x="1991512" y="1397000"/>
                  </a:lnTo>
                  <a:lnTo>
                    <a:pt x="1996478" y="1384300"/>
                  </a:lnTo>
                  <a:lnTo>
                    <a:pt x="2028710" y="1384300"/>
                  </a:lnTo>
                  <a:lnTo>
                    <a:pt x="2024075" y="1397000"/>
                  </a:lnTo>
                  <a:close/>
                </a:path>
                <a:path w="2059939" h="1447800">
                  <a:moveTo>
                    <a:pt x="88430" y="1409700"/>
                  </a:moveTo>
                  <a:lnTo>
                    <a:pt x="45415" y="1409700"/>
                  </a:lnTo>
                  <a:lnTo>
                    <a:pt x="40271" y="1397000"/>
                  </a:lnTo>
                  <a:lnTo>
                    <a:pt x="82626" y="1397000"/>
                  </a:lnTo>
                  <a:lnTo>
                    <a:pt x="88430" y="1409700"/>
                  </a:lnTo>
                  <a:close/>
                </a:path>
                <a:path w="2059939" h="1447800">
                  <a:moveTo>
                    <a:pt x="2014435" y="1409700"/>
                  </a:moveTo>
                  <a:lnTo>
                    <a:pt x="1971408" y="1409700"/>
                  </a:lnTo>
                  <a:lnTo>
                    <a:pt x="1977212" y="1397000"/>
                  </a:lnTo>
                  <a:lnTo>
                    <a:pt x="2019579" y="1397000"/>
                  </a:lnTo>
                  <a:lnTo>
                    <a:pt x="2014435" y="1409700"/>
                  </a:lnTo>
                  <a:close/>
                </a:path>
                <a:path w="2059939" h="1447800">
                  <a:moveTo>
                    <a:pt x="111239" y="1422400"/>
                  </a:moveTo>
                  <a:lnTo>
                    <a:pt x="62801" y="1422400"/>
                  </a:lnTo>
                  <a:lnTo>
                    <a:pt x="56921" y="1409700"/>
                  </a:lnTo>
                  <a:lnTo>
                    <a:pt x="104736" y="1409700"/>
                  </a:lnTo>
                  <a:lnTo>
                    <a:pt x="111239" y="1422400"/>
                  </a:lnTo>
                  <a:close/>
                </a:path>
                <a:path w="2059939" h="1447800">
                  <a:moveTo>
                    <a:pt x="1997036" y="1422400"/>
                  </a:moveTo>
                  <a:lnTo>
                    <a:pt x="1948611" y="1422400"/>
                  </a:lnTo>
                  <a:lnTo>
                    <a:pt x="1955101" y="1409700"/>
                  </a:lnTo>
                  <a:lnTo>
                    <a:pt x="2002929" y="1409700"/>
                  </a:lnTo>
                  <a:lnTo>
                    <a:pt x="1997036" y="1422400"/>
                  </a:lnTo>
                  <a:close/>
                </a:path>
                <a:path w="2059939" h="1447800">
                  <a:moveTo>
                    <a:pt x="1978063" y="1435100"/>
                  </a:moveTo>
                  <a:lnTo>
                    <a:pt x="81241" y="1435100"/>
                  </a:lnTo>
                  <a:lnTo>
                    <a:pt x="75247" y="1422400"/>
                  </a:lnTo>
                  <a:lnTo>
                    <a:pt x="1984590" y="1422400"/>
                  </a:lnTo>
                  <a:lnTo>
                    <a:pt x="1978063" y="1435100"/>
                  </a:lnTo>
                  <a:close/>
                </a:path>
                <a:path w="2059939" h="1447800">
                  <a:moveTo>
                    <a:pt x="1950694" y="1447800"/>
                  </a:moveTo>
                  <a:lnTo>
                    <a:pt x="109156" y="1447800"/>
                  </a:lnTo>
                  <a:lnTo>
                    <a:pt x="102501" y="1435100"/>
                  </a:lnTo>
                  <a:lnTo>
                    <a:pt x="1957336" y="1435100"/>
                  </a:lnTo>
                  <a:lnTo>
                    <a:pt x="1950694" y="144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4652" y="5194604"/>
            <a:ext cx="1722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rebuchet MS"/>
                <a:cs typeface="Trebuchet MS"/>
              </a:rPr>
              <a:t>Quality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Analytics </a:t>
            </a:r>
            <a:r>
              <a:rPr sz="1800" spc="35" dirty="0">
                <a:latin typeface="Trebuchet MS"/>
                <a:cs typeface="Trebuchet MS"/>
              </a:rPr>
              <a:t>Dashboard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24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95"/>
              </a:spcBef>
            </a:pPr>
            <a:r>
              <a:rPr sz="4000" spc="-335" dirty="0">
                <a:solidFill>
                  <a:srgbClr val="1F1E1E"/>
                </a:solidFill>
                <a:latin typeface="Tahoma"/>
                <a:cs typeface="Tahoma"/>
              </a:rPr>
              <a:t>INITIAL</a:t>
            </a:r>
            <a:r>
              <a:rPr sz="4000" spc="-19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4000" spc="-335" dirty="0">
                <a:solidFill>
                  <a:srgbClr val="1F1E1E"/>
                </a:solidFill>
                <a:latin typeface="Tahoma"/>
                <a:cs typeface="Tahoma"/>
              </a:rPr>
              <a:t>IMPLEMENTATION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729105"/>
            <a:ext cx="9500235" cy="5998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265" algn="l"/>
              </a:tabLst>
            </a:pPr>
            <a:r>
              <a:rPr sz="2800" spc="-125" dirty="0">
                <a:latin typeface="Arial MT"/>
                <a:cs typeface="Arial MT"/>
              </a:rPr>
              <a:t>Software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defect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65" dirty="0">
                <a:latin typeface="Arial MT"/>
                <a:cs typeface="Arial MT"/>
              </a:rPr>
              <a:t>dataset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collected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prepared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analysis.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25" dirty="0">
                <a:latin typeface="Arial MT"/>
                <a:cs typeface="Arial MT"/>
              </a:rPr>
              <a:t>Data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50" dirty="0">
                <a:latin typeface="Arial MT"/>
                <a:cs typeface="Arial MT"/>
              </a:rPr>
              <a:t>preprocessing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45" dirty="0">
                <a:latin typeface="Arial MT"/>
                <a:cs typeface="Arial MT"/>
              </a:rPr>
              <a:t>initial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feature</a:t>
            </a:r>
            <a:r>
              <a:rPr sz="2800" spc="-55" dirty="0">
                <a:latin typeface="Arial MT"/>
                <a:cs typeface="Arial MT"/>
              </a:rPr>
              <a:t> exploration </a:t>
            </a:r>
            <a:r>
              <a:rPr sz="2800" spc="-10" dirty="0">
                <a:latin typeface="Arial MT"/>
                <a:cs typeface="Arial MT"/>
              </a:rPr>
              <a:t>performed.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90" dirty="0">
                <a:latin typeface="Arial MT"/>
                <a:cs typeface="Arial MT"/>
              </a:rPr>
              <a:t>Machine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learning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pipeline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setup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under</a:t>
            </a:r>
            <a:r>
              <a:rPr sz="2800" spc="-20" dirty="0">
                <a:latin typeface="Arial MT"/>
                <a:cs typeface="Arial MT"/>
              </a:rPr>
              <a:t> validation.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70" dirty="0">
                <a:latin typeface="Arial MT"/>
                <a:cs typeface="Arial MT"/>
              </a:rPr>
              <a:t>Autoencoder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275" dirty="0">
                <a:latin typeface="Arial MT"/>
                <a:cs typeface="Arial MT"/>
              </a:rPr>
              <a:t>MLP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5" dirty="0">
                <a:latin typeface="Arial MT"/>
                <a:cs typeface="Arial MT"/>
              </a:rPr>
              <a:t>model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configuration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progress.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114" dirty="0">
                <a:latin typeface="Arial MT"/>
                <a:cs typeface="Arial MT"/>
              </a:rPr>
              <a:t>Preliminary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data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testing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carried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5" dirty="0">
                <a:latin typeface="Arial MT"/>
                <a:cs typeface="Arial MT"/>
              </a:rPr>
              <a:t>model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45" dirty="0">
                <a:latin typeface="Arial MT"/>
                <a:cs typeface="Arial MT"/>
              </a:rPr>
              <a:t>input </a:t>
            </a:r>
            <a:r>
              <a:rPr sz="2800" spc="-100" dirty="0">
                <a:latin typeface="Arial MT"/>
                <a:cs typeface="Arial MT"/>
              </a:rPr>
              <a:t>readiness.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spc="-155" dirty="0">
                <a:latin typeface="Arial MT"/>
                <a:cs typeface="Arial MT"/>
              </a:rPr>
              <a:t>Dashboard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prototype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55" dirty="0">
                <a:latin typeface="Arial MT"/>
                <a:cs typeface="Arial MT"/>
              </a:rPr>
              <a:t>developed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40" dirty="0">
                <a:latin typeface="Arial MT"/>
                <a:cs typeface="Arial MT"/>
              </a:rPr>
              <a:t>visualization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prediction </a:t>
            </a:r>
            <a:r>
              <a:rPr sz="2800" spc="-10" dirty="0">
                <a:latin typeface="Arial MT"/>
                <a:cs typeface="Arial MT"/>
              </a:rPr>
              <a:t>outputs.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spc="-240" dirty="0">
                <a:latin typeface="Arial MT"/>
                <a:cs typeface="Arial MT"/>
              </a:rPr>
              <a:t>System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workflow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5" dirty="0">
                <a:latin typeface="Arial MT"/>
                <a:cs typeface="Arial MT"/>
              </a:rPr>
              <a:t>integrated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further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implementation.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140" y="908685"/>
            <a:ext cx="314833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10" dirty="0">
                <a:latin typeface="Tahoma"/>
                <a:cs typeface="Tahoma"/>
              </a:rPr>
              <a:t>CONCLUSION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539" y="1959609"/>
            <a:ext cx="93319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project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presents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cloud-</a:t>
            </a:r>
            <a:r>
              <a:rPr sz="2400" spc="-225" dirty="0">
                <a:latin typeface="Arial MT"/>
                <a:cs typeface="Arial MT"/>
              </a:rPr>
              <a:t>based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quality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analytics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spc="-80" dirty="0">
                <a:latin typeface="Arial MT"/>
                <a:cs typeface="Arial MT"/>
              </a:rPr>
              <a:t>predicts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defect-</a:t>
            </a:r>
            <a:r>
              <a:rPr sz="2400" spc="-60" dirty="0">
                <a:latin typeface="Arial MT"/>
                <a:cs typeface="Arial MT"/>
              </a:rPr>
              <a:t>prone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modules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using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machine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learning.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using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 </a:t>
            </a:r>
            <a:r>
              <a:rPr sz="2400" spc="-90" dirty="0">
                <a:latin typeface="Arial MT"/>
                <a:cs typeface="Arial MT"/>
              </a:rPr>
              <a:t>autoencoder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feature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extraction,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MLP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classification,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SHAP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spc="-100" dirty="0">
                <a:latin typeface="Arial MT"/>
                <a:cs typeface="Arial MT"/>
              </a:rPr>
              <a:t>explainability,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helps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identify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risky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modules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early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supports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decisions.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proposed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40" dirty="0">
                <a:latin typeface="Arial MT"/>
                <a:cs typeface="Arial MT"/>
              </a:rPr>
              <a:t>approach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40" dirty="0">
                <a:latin typeface="Arial MT"/>
                <a:cs typeface="Arial MT"/>
              </a:rPr>
              <a:t>reduces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effort, </a:t>
            </a:r>
            <a:r>
              <a:rPr sz="2400" spc="-80" dirty="0">
                <a:latin typeface="Arial MT"/>
                <a:cs typeface="Arial MT"/>
              </a:rPr>
              <a:t>cost,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improves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overall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reliability.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8458200">
                <a:moveTo>
                  <a:pt x="11430000" y="8458200"/>
                </a:moveTo>
                <a:lnTo>
                  <a:pt x="0" y="84582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84582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9734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428750"/>
            <a:ext cx="9647555" cy="6395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latin typeface="Arial MT"/>
                <a:cs typeface="Arial MT"/>
              </a:rPr>
              <a:t>[1]</a:t>
            </a:r>
            <a:endParaRPr sz="2200">
              <a:latin typeface="Arial MT"/>
              <a:cs typeface="Arial MT"/>
            </a:endParaRPr>
          </a:p>
          <a:p>
            <a:pPr marL="12700" marR="938530">
              <a:lnSpc>
                <a:spcPct val="100000"/>
              </a:lnSpc>
            </a:pPr>
            <a:r>
              <a:rPr sz="2200" spc="55" dirty="0">
                <a:latin typeface="Arial MT"/>
                <a:cs typeface="Arial MT"/>
              </a:rPr>
              <a:t>“XAI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Driven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Software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Defect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Prediction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50" dirty="0">
                <a:latin typeface="Arial MT"/>
                <a:cs typeface="Arial MT"/>
              </a:rPr>
              <a:t>Using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Adaptive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25" dirty="0">
                <a:latin typeface="Arial MT"/>
                <a:cs typeface="Arial MT"/>
              </a:rPr>
              <a:t>Feature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10" dirty="0">
                <a:latin typeface="Arial MT"/>
                <a:cs typeface="Arial MT"/>
              </a:rPr>
              <a:t>Engineering </a:t>
            </a:r>
            <a:r>
              <a:rPr sz="2200" spc="-90" dirty="0">
                <a:latin typeface="Arial MT"/>
                <a:cs typeface="Arial MT"/>
              </a:rPr>
              <a:t>Coupled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Autoencoder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80" dirty="0">
                <a:latin typeface="Arial MT"/>
                <a:cs typeface="Arial MT"/>
              </a:rPr>
              <a:t>and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10" dirty="0">
                <a:latin typeface="Arial MT"/>
                <a:cs typeface="Arial MT"/>
              </a:rPr>
              <a:t>MLP,”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295" dirty="0">
                <a:latin typeface="Arial MT"/>
                <a:cs typeface="Arial MT"/>
              </a:rPr>
              <a:t>IEEE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70" dirty="0">
                <a:latin typeface="Arial MT"/>
                <a:cs typeface="Arial MT"/>
              </a:rPr>
              <a:t>Access,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2025.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[2]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114" dirty="0">
                <a:latin typeface="Arial MT"/>
                <a:cs typeface="Arial MT"/>
              </a:rPr>
              <a:t>M.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Ali,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55" dirty="0">
                <a:latin typeface="Arial MT"/>
                <a:cs typeface="Arial MT"/>
              </a:rPr>
              <a:t>Mazhar,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Y.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Arif,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305" dirty="0">
                <a:latin typeface="Arial MT"/>
                <a:cs typeface="Arial MT"/>
              </a:rPr>
              <a:t>S.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Al-</a:t>
            </a:r>
            <a:r>
              <a:rPr sz="2200" spc="-50" dirty="0">
                <a:latin typeface="Arial MT"/>
                <a:cs typeface="Arial MT"/>
              </a:rPr>
              <a:t>Otaibi,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Y.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Y.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Ghadi,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29" dirty="0">
                <a:latin typeface="Arial MT"/>
                <a:cs typeface="Arial MT"/>
              </a:rPr>
              <a:t>Shahzad,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14" dirty="0">
                <a:latin typeface="Arial MT"/>
                <a:cs typeface="Arial MT"/>
              </a:rPr>
              <a:t>M.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A.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45" dirty="0">
                <a:latin typeface="Arial MT"/>
                <a:cs typeface="Arial MT"/>
              </a:rPr>
              <a:t>Khan,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H.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Hamam,</a:t>
            </a:r>
            <a:endParaRPr sz="2200">
              <a:latin typeface="Arial MT"/>
              <a:cs typeface="Arial MT"/>
            </a:endParaRPr>
          </a:p>
          <a:p>
            <a:pPr marL="12700" marR="762000">
              <a:lnSpc>
                <a:spcPct val="100000"/>
              </a:lnSpc>
            </a:pPr>
            <a:r>
              <a:rPr sz="2200" spc="-60" dirty="0">
                <a:latin typeface="Arial MT"/>
                <a:cs typeface="Arial MT"/>
              </a:rPr>
              <a:t>“Software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Defect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Prediction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50" dirty="0">
                <a:latin typeface="Arial MT"/>
                <a:cs typeface="Arial MT"/>
              </a:rPr>
              <a:t>Using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215" dirty="0">
                <a:latin typeface="Arial MT"/>
                <a:cs typeface="Arial MT"/>
              </a:rPr>
              <a:t>an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75" dirty="0">
                <a:latin typeface="Arial MT"/>
                <a:cs typeface="Arial MT"/>
              </a:rPr>
              <a:t>Intelligent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70" dirty="0">
                <a:latin typeface="Arial MT"/>
                <a:cs typeface="Arial MT"/>
              </a:rPr>
              <a:t>Ensemble-</a:t>
            </a:r>
            <a:r>
              <a:rPr sz="2200" spc="-225" dirty="0">
                <a:latin typeface="Arial MT"/>
                <a:cs typeface="Arial MT"/>
              </a:rPr>
              <a:t>Based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Model,”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315" dirty="0">
                <a:latin typeface="Arial MT"/>
                <a:cs typeface="Arial MT"/>
              </a:rPr>
              <a:t>IEEE </a:t>
            </a:r>
            <a:r>
              <a:rPr sz="2200" spc="-170" dirty="0">
                <a:latin typeface="Arial MT"/>
                <a:cs typeface="Arial MT"/>
              </a:rPr>
              <a:t>Access,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vol.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12,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pp.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20376–</a:t>
            </a:r>
            <a:r>
              <a:rPr sz="2200" spc="-135" dirty="0">
                <a:latin typeface="Arial MT"/>
                <a:cs typeface="Arial MT"/>
              </a:rPr>
              <a:t>20395,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2024.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415290" indent="-402590">
              <a:lnSpc>
                <a:spcPct val="100000"/>
              </a:lnSpc>
              <a:buAutoNum type="arabicPlain" startAt="3"/>
              <a:tabLst>
                <a:tab pos="415290" algn="l"/>
              </a:tabLst>
            </a:pP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60" dirty="0">
                <a:latin typeface="Arial MT"/>
                <a:cs typeface="Arial MT"/>
              </a:rPr>
              <a:t>Menzies,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A.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Butcher,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A.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Marcus,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Zimmermann,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8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D.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Cok,</a:t>
            </a:r>
            <a:endParaRPr sz="2200">
              <a:latin typeface="Arial MT"/>
              <a:cs typeface="Arial MT"/>
            </a:endParaRPr>
          </a:p>
          <a:p>
            <a:pPr marL="12700" marR="878205">
              <a:lnSpc>
                <a:spcPct val="100000"/>
              </a:lnSpc>
            </a:pPr>
            <a:r>
              <a:rPr sz="2200" spc="-65" dirty="0">
                <a:latin typeface="Arial MT"/>
                <a:cs typeface="Arial MT"/>
              </a:rPr>
              <a:t>“Local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45" dirty="0">
                <a:latin typeface="Arial MT"/>
                <a:cs typeface="Arial MT"/>
              </a:rPr>
              <a:t>versus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global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25" dirty="0">
                <a:latin typeface="Arial MT"/>
                <a:cs typeface="Arial MT"/>
              </a:rPr>
              <a:t>models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effort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estimation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8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defect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prediction,”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315" dirty="0">
                <a:latin typeface="Arial MT"/>
                <a:cs typeface="Arial MT"/>
              </a:rPr>
              <a:t>IEEE </a:t>
            </a:r>
            <a:r>
              <a:rPr sz="2200" spc="-110" dirty="0">
                <a:latin typeface="Arial MT"/>
                <a:cs typeface="Arial MT"/>
              </a:rPr>
              <a:t>Transactions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Software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55" dirty="0">
                <a:latin typeface="Arial MT"/>
                <a:cs typeface="Arial MT"/>
              </a:rPr>
              <a:t>Engineering,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2011.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415290" indent="-402590">
              <a:lnSpc>
                <a:spcPct val="100000"/>
              </a:lnSpc>
              <a:buAutoNum type="arabicPlain" startAt="4"/>
              <a:tabLst>
                <a:tab pos="415290" algn="l"/>
              </a:tabLst>
            </a:pPr>
            <a:r>
              <a:rPr sz="2200" spc="-90" dirty="0">
                <a:latin typeface="Arial MT"/>
                <a:cs typeface="Arial MT"/>
              </a:rPr>
              <a:t>G.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Boetticher,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60" dirty="0">
                <a:latin typeface="Arial MT"/>
                <a:cs typeface="Arial MT"/>
              </a:rPr>
              <a:t>Menzies,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8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Ostrand,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200" spc="-175" dirty="0">
                <a:latin typeface="Arial MT"/>
                <a:cs typeface="Arial MT"/>
              </a:rPr>
              <a:t>“PROMISE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75" dirty="0">
                <a:latin typeface="Arial MT"/>
                <a:cs typeface="Arial MT"/>
              </a:rPr>
              <a:t>Repository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Software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55" dirty="0">
                <a:latin typeface="Arial MT"/>
                <a:cs typeface="Arial MT"/>
              </a:rPr>
              <a:t>Engineering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Databases,”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West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Virginia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University, </a:t>
            </a:r>
            <a:r>
              <a:rPr sz="2200" spc="-10" dirty="0">
                <a:latin typeface="Arial MT"/>
                <a:cs typeface="Arial MT"/>
              </a:rPr>
              <a:t>2007.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 marR="4110990" indent="402590">
              <a:lnSpc>
                <a:spcPct val="100000"/>
              </a:lnSpc>
              <a:buAutoNum type="arabicPlain" startAt="5"/>
              <a:tabLst>
                <a:tab pos="415290" algn="l"/>
              </a:tabLst>
            </a:pPr>
            <a:r>
              <a:rPr sz="2200" spc="-70" dirty="0">
                <a:latin typeface="Arial MT"/>
                <a:cs typeface="Arial MT"/>
              </a:rPr>
              <a:t>NASA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Metrics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Data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25" dirty="0">
                <a:latin typeface="Arial MT"/>
                <a:cs typeface="Arial MT"/>
              </a:rPr>
              <a:t>Program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(MDP), “NASA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Software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Defect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Datasets,”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NASA,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USA.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8138" y="3299142"/>
            <a:ext cx="65684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0" dirty="0">
                <a:solidFill>
                  <a:srgbClr val="1F1E1E"/>
                </a:solidFill>
                <a:latin typeface="Tahoma"/>
                <a:cs typeface="Tahoma"/>
              </a:rPr>
              <a:t>THANK</a:t>
            </a:r>
            <a:r>
              <a:rPr sz="9600" b="0" spc="-31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9600" b="0" spc="-25" dirty="0">
                <a:solidFill>
                  <a:srgbClr val="1F1E1E"/>
                </a:solidFill>
                <a:latin typeface="Tahoma"/>
                <a:cs typeface="Tahoma"/>
              </a:rPr>
              <a:t>YOU</a:t>
            </a:r>
            <a:endParaRPr sz="9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1050</Words>
  <Application>Microsoft Office PowerPoint</Application>
  <PresentationFormat>Custom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Arial MT</vt:lpstr>
      <vt:lpstr>Calibri</vt:lpstr>
      <vt:lpstr>Tahoma</vt:lpstr>
      <vt:lpstr>Trebuchet MS</vt:lpstr>
      <vt:lpstr>Wingdings</vt:lpstr>
      <vt:lpstr>Office Theme</vt:lpstr>
      <vt:lpstr>V.S.B COLLEGE OF ENGINEERING TECHNICAL</vt:lpstr>
      <vt:lpstr>AGENDA</vt:lpstr>
      <vt:lpstr>ABSTRACT</vt:lpstr>
      <vt:lpstr>OBJECTIVES</vt:lpstr>
      <vt:lpstr>PROBLEM INTRODUCTION</vt:lpstr>
      <vt:lpstr>LITERATURE REVIEW</vt:lpstr>
      <vt:lpstr>EXISTING SYSTEM</vt:lpstr>
      <vt:lpstr>PROPOSED SYSTEM</vt:lpstr>
      <vt:lpstr>ALGORITHM / METHODOLOGY</vt:lpstr>
      <vt:lpstr>SYSTEM DESIGN</vt:lpstr>
      <vt:lpstr>INITIAL IMPLEMENTATION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 Mohammed Thahir</dc:creator>
  <dc:description/>
  <cp:lastModifiedBy>S0392711</cp:lastModifiedBy>
  <cp:revision>1</cp:revision>
  <dcterms:created xsi:type="dcterms:W3CDTF">2026-04-29T05:20:08Z</dcterms:created>
  <dcterms:modified xsi:type="dcterms:W3CDTF">2026-04-29T05:38:13Z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2026-02-16T00:00:00Z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2026-04-29T00:00:00Z</vt:filetime>
  </property>
  <property fmtid="{D5CDD505-2E9C-101B-9397-08002B2CF9AE}" pid="6" name="Producer">
    <vt:lpwstr>macOS Version 26.2 (Build 25C56) Quartz PDFContext</vt:lpwstr>
  </property>
  <property fmtid="{D5CDD505-2E9C-101B-9397-08002B2CF9AE}" pid="7" name="SourceModified">
    <vt:lpwstr>D:20260216001811+00'00'</vt:lpwstr>
  </property>
</Properties>
</file>